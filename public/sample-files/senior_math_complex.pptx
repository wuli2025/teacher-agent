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7b19e4e828469e" /><Relationship Type="http://schemas.openxmlformats.org/officeDocument/2006/relationships/extended-properties" Target="/docProps/app.xml" Id="R2440b5e140184003" /><Relationship Type="http://schemas.openxmlformats.org/officeDocument/2006/relationships/officeDocument" Target="/ppt/presentation.xml" Id="R40e00bf2ac6549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a84a8c311149e7"/>
  </p:sldMasterIdLst>
  <p:notesMasterIdLst>
    <p:notesMasterId xmlns:r="http://schemas.openxmlformats.org/officeDocument/2006/relationships" r:id="R995449962e724b7a"/>
  </p:notesMasterIdLst>
  <p:sldIdLst>
    <p:sldId xmlns:r="http://schemas.openxmlformats.org/officeDocument/2006/relationships" id="256" r:id="Rc4100ca9648e4643"/>
    <p:sldId xmlns:r="http://schemas.openxmlformats.org/officeDocument/2006/relationships" id="257" r:id="R55ae81c17eae44e0"/>
    <p:sldId xmlns:r="http://schemas.openxmlformats.org/officeDocument/2006/relationships" id="258" r:id="Rc92a0d629ae74fdf"/>
    <p:sldId xmlns:r="http://schemas.openxmlformats.org/officeDocument/2006/relationships" id="259" r:id="Re1a8b9c5b2164272"/>
    <p:sldId xmlns:r="http://schemas.openxmlformats.org/officeDocument/2006/relationships" id="260" r:id="R84f76693928e4658"/>
    <p:sldId xmlns:r="http://schemas.openxmlformats.org/officeDocument/2006/relationships" id="261" r:id="Rd4eedad08fc3417e"/>
    <p:sldId xmlns:r="http://schemas.openxmlformats.org/officeDocument/2006/relationships" id="262" r:id="R15075e4f19814d89"/>
    <p:sldId xmlns:r="http://schemas.openxmlformats.org/officeDocument/2006/relationships" id="263" r:id="Re92d5f1f8f914045"/>
    <p:sldId xmlns:r="http://schemas.openxmlformats.org/officeDocument/2006/relationships" id="264" r:id="R48d678be2ced4e55"/>
    <p:sldId xmlns:r="http://schemas.openxmlformats.org/officeDocument/2006/relationships" id="265" r:id="Rf2f1f213bd684321"/>
    <p:sldId xmlns:r="http://schemas.openxmlformats.org/officeDocument/2006/relationships" id="266" r:id="R462de43de3374220"/>
    <p:sldId xmlns:r="http://schemas.openxmlformats.org/officeDocument/2006/relationships" id="267" r:id="Re79f14b9527d4bf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7ffa9a2d08424e" /><Relationship Type="http://schemas.openxmlformats.org/officeDocument/2006/relationships/slideMaster" Target="/ppt/slideMasters/slideMaster1.xml" Id="R86a84a8c311149e7" /><Relationship Type="http://schemas.openxmlformats.org/officeDocument/2006/relationships/notesMaster" Target="/ppt/notesMasters/notesMaster1.xml" Id="R995449962e724b7a" /><Relationship Type="http://schemas.openxmlformats.org/officeDocument/2006/relationships/presProps" Target="/ppt/presProps.xml" Id="Rdcf7c9e042d14937" /><Relationship Type="http://schemas.openxmlformats.org/officeDocument/2006/relationships/tableStyles" Target="/ppt/tableStyles.xml" Id="Rfffaceff90a54380" /><Relationship Type="http://schemas.openxmlformats.org/officeDocument/2006/relationships/slide" Target="/ppt/slides/slide1.xml" Id="Rc4100ca9648e4643" /><Relationship Type="http://schemas.openxmlformats.org/officeDocument/2006/relationships/slide" Target="/ppt/slides/slide2.xml" Id="R55ae81c17eae44e0" /><Relationship Type="http://schemas.openxmlformats.org/officeDocument/2006/relationships/slide" Target="/ppt/slides/slide3.xml" Id="Rc92a0d629ae74fdf" /><Relationship Type="http://schemas.openxmlformats.org/officeDocument/2006/relationships/slide" Target="/ppt/slides/slide4.xml" Id="Re1a8b9c5b2164272" /><Relationship Type="http://schemas.openxmlformats.org/officeDocument/2006/relationships/slide" Target="/ppt/slides/slide5.xml" Id="R84f76693928e4658" /><Relationship Type="http://schemas.openxmlformats.org/officeDocument/2006/relationships/slide" Target="/ppt/slides/slide6.xml" Id="Rd4eedad08fc3417e" /><Relationship Type="http://schemas.openxmlformats.org/officeDocument/2006/relationships/slide" Target="/ppt/slides/slide7.xml" Id="R15075e4f19814d89" /><Relationship Type="http://schemas.openxmlformats.org/officeDocument/2006/relationships/slide" Target="/ppt/slides/slide8.xml" Id="Re92d5f1f8f914045" /><Relationship Type="http://schemas.openxmlformats.org/officeDocument/2006/relationships/slide" Target="/ppt/slides/slide9.xml" Id="R48d678be2ced4e55" /><Relationship Type="http://schemas.openxmlformats.org/officeDocument/2006/relationships/slide" Target="/ppt/slides/slide10.xml" Id="Rf2f1f213bd684321" /><Relationship Type="http://schemas.openxmlformats.org/officeDocument/2006/relationships/slide" Target="/ppt/slides/slide11.xml" Id="R462de43de3374220" /><Relationship Type="http://schemas.openxmlformats.org/officeDocument/2006/relationships/slide" Target="/ppt/slides/slide12.xml" Id="Re79f14b9527d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3b0aaefbe46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7c318d4e247c8" /><Relationship Type="http://schemas.openxmlformats.org/officeDocument/2006/relationships/notesMaster" Target="/ppt/notesMasters/notesMaster1.xml" Id="R3d48ca3b19f1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b6bb0663054874" /><Relationship Type="http://schemas.openxmlformats.org/officeDocument/2006/relationships/notesMaster" Target="/ppt/notesMasters/notesMaster1.xml" Id="R04d2c074ae99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3390cc30bd4817" /><Relationship Type="http://schemas.openxmlformats.org/officeDocument/2006/relationships/notesMaster" Target="/ppt/notesMasters/notesMaster1.xml" Id="R9a37103e8b2742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9ea7aa88034aad" /><Relationship Type="http://schemas.openxmlformats.org/officeDocument/2006/relationships/notesMaster" Target="/ppt/notesMasters/notesMaster1.xml" Id="Rf16dad582e86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feed8c2bc40eb" /><Relationship Type="http://schemas.openxmlformats.org/officeDocument/2006/relationships/notesMaster" Target="/ppt/notesMasters/notesMaster1.xml" Id="R212c3e72f0834f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b6693246a94d37" /><Relationship Type="http://schemas.openxmlformats.org/officeDocument/2006/relationships/notesMaster" Target="/ppt/notesMasters/notesMaster1.xml" Id="R0f3ce7749650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c90714c92c469c" /><Relationship Type="http://schemas.openxmlformats.org/officeDocument/2006/relationships/notesMaster" Target="/ppt/notesMasters/notesMaster1.xml" Id="R469d014b4dbd4d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21005562944a85" /><Relationship Type="http://schemas.openxmlformats.org/officeDocument/2006/relationships/notesMaster" Target="/ppt/notesMasters/notesMaster1.xml" Id="R78b7ec3bf447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6574871eb34264" /><Relationship Type="http://schemas.openxmlformats.org/officeDocument/2006/relationships/notesMaster" Target="/ppt/notesMasters/notesMaster1.xml" Id="R2cb008d77c464f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b5bbb611da4fe3" /><Relationship Type="http://schemas.openxmlformats.org/officeDocument/2006/relationships/notesMaster" Target="/ppt/notesMasters/notesMaster1.xml" Id="R45b1e6c4ac9040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db6b6de12461a" /><Relationship Type="http://schemas.openxmlformats.org/officeDocument/2006/relationships/notesMaster" Target="/ppt/notesMasters/notesMaster1.xml" Id="R708d878bd67d42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db570c41b04781" /><Relationship Type="http://schemas.openxmlformats.org/officeDocument/2006/relationships/notesMaster" Target="/ppt/notesMasters/notesMaster1.xml" Id="R8c7c1024fddb43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bb0d4c2e045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4b2455734d4f1b" /><Relationship Type="http://schemas.openxmlformats.org/officeDocument/2006/relationships/slideLayout" Target="/ppt/slideLayouts/slideLayout1.xml" Id="R4593685947254a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3685947254a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b326b23184439" /><Relationship Type="http://schemas.openxmlformats.org/officeDocument/2006/relationships/notesSlide" Target="/ppt/notesSlides/notesSlide1.xml" Id="Rb2abe4d06b4a45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5b80c509446f7" /><Relationship Type="http://schemas.openxmlformats.org/officeDocument/2006/relationships/notesSlide" Target="/ppt/notesSlides/notesSlide2.xml" Id="Rc7001293f5dc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33a8d356242ba" /><Relationship Type="http://schemas.openxmlformats.org/officeDocument/2006/relationships/notesSlide" Target="/ppt/notesSlides/notesSlide3.xml" Id="R745f14f65f47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ba66dac7c4f22" /><Relationship Type="http://schemas.openxmlformats.org/officeDocument/2006/relationships/image" Target="/ppt/media/image.png" Id="R251c6ecca81d4f3e" /><Relationship Type="http://schemas.openxmlformats.org/officeDocument/2006/relationships/notesSlide" Target="/ppt/notesSlides/notesSlide4.xml" Id="Rfb45427e36f64b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af13129144dc4" /><Relationship Type="http://schemas.openxmlformats.org/officeDocument/2006/relationships/image" Target="/ppt/media/image2.png" Id="R5d775de531444e38" /><Relationship Type="http://schemas.openxmlformats.org/officeDocument/2006/relationships/notesSlide" Target="/ppt/notesSlides/notesSlide5.xml" Id="Ref9622b97a944f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67a410d2040dd" /><Relationship Type="http://schemas.openxmlformats.org/officeDocument/2006/relationships/notesSlide" Target="/ppt/notesSlides/notesSlide6.xml" Id="R20b70cb9c04946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20fc0726c4ab4" /><Relationship Type="http://schemas.openxmlformats.org/officeDocument/2006/relationships/image" Target="/ppt/media/image3.png" Id="Rc3a0c9aeaf8c4e94" /><Relationship Type="http://schemas.openxmlformats.org/officeDocument/2006/relationships/notesSlide" Target="/ppt/notesSlides/notesSlide7.xml" Id="Ra0eec94cf0af4e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74f41922447fb" /><Relationship Type="http://schemas.openxmlformats.org/officeDocument/2006/relationships/notesSlide" Target="/ppt/notesSlides/notesSlide8.xml" Id="R1822687ecb9e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ab2b859f84e01" /><Relationship Type="http://schemas.openxmlformats.org/officeDocument/2006/relationships/notesSlide" Target="/ppt/notesSlides/notesSlide9.xml" Id="Re636a673b4eb44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f71dccb854297" /><Relationship Type="http://schemas.openxmlformats.org/officeDocument/2006/relationships/notesSlide" Target="/ppt/notesSlides/notesSlide10.xml" Id="R64e03571d46c40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b311859bd4019" /><Relationship Type="http://schemas.openxmlformats.org/officeDocument/2006/relationships/notesSlide" Target="/ppt/notesSlides/notesSlide11.xml" Id="R67d4f81eb28d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a47b78ddb40b1" /><Relationship Type="http://schemas.openxmlformats.org/officeDocument/2006/relationships/notesSlide" Target="/ppt/notesSlides/notesSlide12.xml" Id="Rf5e41570d8bd4a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ABB49213-DC29-4780-8CFC-28A68AF9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72601562-A5ED-4FA3-ACEC-CCA7C08F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51B23179-C215-4F5A-BAE7-CEBF4691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C6998E0E-DF0B-452E-9AE6-B4F788AA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FC3C2AB5-7C93-44E4-9D51-B777A79E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CA91B364-12AD-456A-AAEB-F76961DA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6A33C3B4-534D-42E0-9AE7-6EB6632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复数与复平面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3CA54F6-ED2E-4F8D-8971-1D640559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17464767-734B-40AA-A4C7-5789F47B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从代数形式到旋转伸缩——让复数在平面中可视化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97A434DE-3159-4E31-BF3B-A14DA3A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1A70D6C5-2BD4-4111-B7A1-527F6BA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复数统一平面点、向量与代数运算，乘法表示旋转并伸缩。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093218BF-1765-4C6B-A92F-D9F8F6E5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07 讲</a:t>
            </a:r>
          </a:p>
        </p:txBody>
      </p:sp>
    </p:spTree>
    <p:extLst>
      <p:ext uri="{BB962C8B-B14F-4D97-AF65-F5344CB8AC3E}">
        <p14:creationId xmlns:p14="http://schemas.microsoft.com/office/powerpoint/2010/main" val="60778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2A5E0E13-C80D-4688-955C-0092A48A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96FF5AD4-6763-46CD-8896-7CC7A9E3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C27187DC-B827-4EE8-847C-FA4BA82A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BBCDF881-C7CF-4B47-9B37-DB3B27DB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04AC57E3-5A35-4C2B-B597-9450FD9B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乘以 i 为什么不是改变一个数，而是把方向旋转九十度？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EF3EDDB7-BA23-4E92-88C9-D44DD5C1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2B03CB9C-708D-435D-BDC4-F1CC981B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8CB370D-A4DB-407B-BBF0-54A6EDE4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02075839-F9AD-4A6C-9604-E6C0E941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154CBE3-24EA-4F34-AEE1-5F37BBE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4811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B3255754-62A9-4E80-AC03-18B8E36C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2AECBA4A-5AB3-41E0-9040-9E0E663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4868ED6A-609B-42E3-8EBA-BB16CDFE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65885C26-9708-4AB4-A53B-5F6A72F5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C180D50C-2681-4C9B-BF56-EC24F59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9BB42739-AE61-4E35-BB08-EEAE95AC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908CC9E4-AB46-4028-B2FC-B0BB984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2358696C-2C1C-48A0-9A68-03E933C0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D63AEC2B-4469-4BED-90B7-B7FE85F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1980E4C2-A7CA-451D-9830-6D6A0F06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45AA685B-55F5-49C4-A5CF-E1173C2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74B0EABE-2B5D-4FC1-A975-00CBA951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89AF82B7-FD12-49EF-97C4-3768F754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03CA2EF9-B136-4055-9639-B1FC04C1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3068B616-E582-4D55-AD3E-9CB9C090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22B2A736-FC8B-4230-8AAB-A55C818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6AF0C07-48FA-4F77-AC25-408FF411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DB7D7A99-DF5A-4921-B130-32FB9C3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F852271-B249-492E-8626-2BC9CFEE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1251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5BD0F027-7A39-4593-92B1-67833389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DFE28B7E-2685-49BE-AC4C-8AD8ABE1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复数乘法把长度变化与角度旋转合成一个动作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ECBA9ACE-5CD9-440D-A420-A8F89B89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480D8088-A28B-4A89-934D-2564198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0324B25F-F587-47D8-8F21-8B780E5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一个代数乘法，怎样同时改变向量的方向和长度？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9C5C7044-EEC5-4442-A434-AFE92B4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DE7FB974-9A62-4BEE-9A14-3BE3920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c6ecca81d4f3e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28FFA9CD-E369-4CE6-81C3-B5AA52E8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CE632D06-7B09-46ED-ABB1-0C43F545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82CE9E2-ED6D-4087-BDD6-9873FCD1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4551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75de531444e3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9BAD848E-4C5A-4576-9BE8-0FDFFBA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65D7D086-D178-4F5B-9739-2AFF07EF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9D212C94-6569-456F-9A3E-618EDA9A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1321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033B0DF4-C45C-4DB0-8844-F09E4324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B2BF94C2-602C-443E-9211-88326133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99E78469-9302-44FE-B5E0-11603A75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24A740A8-BF62-442D-A919-6651BA1E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064C608A-7F71-41E0-92BD-C80EEF81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EC044804-343C-4F53-B602-9C1C9FE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代数形式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8798FF6C-86F7-4ACC-ADB3-F64A9CC1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实部与虚部分别对应平面点的横、纵坐标。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3E9AA3E6-BE6E-461F-969D-7A2E2BB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23E71D9E-7703-4053-B495-F2F02BE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E5CD8C6E-442E-4271-B061-5236E556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模与辐角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C3E31417-1F61-4783-BBD3-0CE43DF1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模给出到原点的距离，辐角给出方向。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E742FADF-6ECC-4255-BE50-7B305D10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824A0282-BCAA-4C8A-8ADC-DCAFA2EB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E036420E-24A5-4801-9ED1-2AA9C3F8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乘法几何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34E3018C-3B5D-4EED-ABDD-1D8BD41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两复数相乘时模相乘、辐角相加。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F9111CB0-6765-481D-AF1D-70D076D0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9A255619-D5C1-488E-9221-3A62E1B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复数统一平面点、向量与代数运算，乘法表示旋转并伸缩。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05C4DBA0-F5F2-4384-944B-4BB13EB7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30EE9610-58FD-4870-B177-5E8B84A3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77777FD-F96A-40E9-87B5-EB617B37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9258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0c9aeaf8c4e9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C4A325C8-B993-4D77-AE14-6E897AC9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BC1577F8-C9C3-4E58-AD32-7CFE8844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7F5BFD4-80C7-484B-A123-BEB2FC32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3001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2366E501-FC07-4C6A-A639-85C358AE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457C713C-41B2-46FA-B454-A7AFE10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1F4FEEF3-FC0C-4919-8D31-FFB8AA38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0AA05260-D8C1-4E69-A65E-7810679E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8FF25448-F1DB-46C2-964E-327368E1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4A918213-E659-4F12-A03D-20DE044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把复数写成平面点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0238E256-8855-4FA0-9CC3-2766654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E95C49F5-DE74-4F4E-892C-1D46BF1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ACBBE19D-C58A-4A95-A64B-54E2B0A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68220392-6A75-44F3-986E-6A40574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计算模并判断方向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B1CA41E4-FDE1-490B-814E-FB63F56A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1542A967-1099-48F1-9260-96B11AB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EFBB3952-939C-4308-A0F8-3B6492C4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7D34512B-67CA-4F60-B205-116519A3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按代数规则完成乘法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969E241F-007F-4579-B206-542177D8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33709396-E3FC-4E9F-A6C3-C39AE579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ECEC72E3-B0B5-40F0-AF2B-9A192A1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6471790C-AC1F-4574-BD48-1DAD479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用旋转伸缩检查结果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7AE44201-0A66-43C2-9C3F-9B657800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C5382432-E19A-4DE4-91DB-E509DD51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DDAB1708-1478-424B-ABBE-70117ABC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11EB3F41-9D0D-43AF-A7DF-31E78134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CCE9480C-97C4-48A0-82B5-B6F98498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9716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B0B5466F-FB73-4FFC-ACCA-40742458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3B4BED45-567A-40CA-B7FD-538ED2CA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5A51478B-C929-4863-87E3-CB118BF9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E14A6CD2-B431-439D-ADAD-2A8ACE26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FD4435B3-1193-4160-9B94-06998515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6BACCE4F-493F-4D77-B7DC-3DA1CC45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 i 当普通未知数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1D16F3AC-A475-48FC-A6C2-C64EA30D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i 是满足特殊平方关系的固定单位。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4611D550-A96C-474F-988F-A01541D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5FBCA1E0-A45E-4055-B1D8-8E765B59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C7878314-F433-4335-BF77-420C0CFB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辐角只写一个值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42CCFC73-0130-49D5-BEAC-D03E6A1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同一方向可相差整周。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79678978-7819-49F7-900F-BC3F4C3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C84A4378-74C5-4BB6-9139-8D9C0647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71AB3266-2129-4528-840A-87F5ED0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随意比较复数大小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09AA4461-712D-4AEF-A8B6-83E4DE7A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复数没有通常的大小次序。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0A257096-3BC6-46B8-ADF0-7A68BABD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99AA3501-CA6E-4300-98F7-BC2001E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35991F70-40DF-4E1F-B10D-44B9FD96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D27FCAB8-01BD-4642-92DB-84E40FA6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89D08AE5-C22D-4497-991F-7B24E974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4085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869A36CD-3932-44DF-8BE9-9DDF71FA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3A09A66A-98B8-4F5E-8670-51F997CD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6D30BA72-E1C1-4774-8CE3-FB5AAB8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D39E328E-9723-45E6-9E33-01D3A5B4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旋转编码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C3B59E5A-A286-4ED8-A33F-522543BA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29617828-C389-4A5F-9211-4B897514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用单位模复数表示绕原点旋转。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CDA72708-6101-43D3-BB43-FBB1B6DE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对称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1B3D3298-8449-471D-88A4-A14C9DC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2405E38B-BE8F-438A-B58C-E5F1CE0F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共轭复数在复平面上关于横轴对称。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9BD1E558-E1F5-48B3-9089-28BD31F4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多边形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7F0B35C6-9E24-4C34-8B10-A3708B81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CD1D9D92-C941-4B31-AFCB-E72F41BA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单位根可表达正多边形顶点的旋转对称。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1708B98A-10CA-4263-9304-77D4390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2F2D186E-9452-48AA-8278-2BF02C3D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2FB28C23-F67C-4777-B133-75F3F78C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60823A5A-26C7-4F57-BE2E-C4583D9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94C48EA7-397D-4F25-B0DF-F58EE29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7727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A92AB0C3-FC3B-48BF-8ABB-4713B952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936DEBBC-B56E-4424-9B67-2ABB904C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7E1925B9-0AF1-47B3-8EA1-EC347D8A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FF2F5F31-462D-4BDE-A288-CADB4B67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617389E8-D4A5-49F5-9602-BCF1E434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0AEB384D-E582-40FD-BBC3-878B3B79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AAE565EA-3760-4F46-B9B5-2DB454CA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解释一个复数乘以 i 后，对应平面点会发生怎样的几何变化。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087A37DB-1FC2-4D17-93E9-87A2BAC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40194D63-BAD3-44C8-BCCE-688C74E8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F3618E6F-98FE-4BD2-B833-478557C5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给定平面点，说明如何写成复数并求它到原点的距离。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0362C7DD-868A-4B99-B1D9-000A838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37BDE088-77ED-4571-98AC-DEBFEC8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96421DE1-46E1-48E1-8CF4-512BD38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1135CD9A-E7EA-4CC4-B0A8-F04A624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1FD9084-A9B8-4C24-ABA8-902F2C07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21508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E4C10197-DC88-49CC-87F4-2C2576FA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504BE1B5-695E-4C83-95E2-7AA9903C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EC855E54-4486-45A7-9839-EA04BF3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E3CD0617-8903-419B-817C-242CA82E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6E1C2249-FFCC-4640-9823-7E27A0D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复数对应平面点与向量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FEC68F83-EFB9-4646-8F11-21F4AA28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8327CA44-F101-426A-9E44-5178D52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B10B74D1-5B71-4722-945B-33FF96D4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模描述长度，辐角描述方向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3291B031-49C3-4575-A896-6D5F92AD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40D93BA6-D4D9-4341-A08B-DFBA2F4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116A6462-0A61-405E-B016-E032B0B8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乘法实现旋转与伸缩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564865B9-D664-4F8B-8C00-37D79CFB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1E153BC3-2FB3-47C2-8C84-22190D7D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离堂检验：用自己的话解释“复数统一平面点、向量与代数运算，乘法表示旋转并伸缩。”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CC5B964F-0D38-4375-90A1-E6DA2905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37246EC9-9364-4D60-85BB-0A651052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复数与复平面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7EE81B86-C0D9-451E-BE72-24DDED4F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052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2026-07-22T03:48:52.5510000Z</dcterms:created>
  <dcterms:modified xsi:type="dcterms:W3CDTF">2026-07-22T03:48:52.5510000Z</dcterms:modified>
</coreProperties>
</file>