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4c0ad2bfd498e" /><Relationship Type="http://schemas.openxmlformats.org/officeDocument/2006/relationships/extended-properties" Target="/docProps/app.xml" Id="R6dc4aa96dbab4871" /><Relationship Type="http://schemas.openxmlformats.org/officeDocument/2006/relationships/officeDocument" Target="/ppt/presentation.xml" Id="R9088c8e774c343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a76f3d438042e0"/>
  </p:sldMasterIdLst>
  <p:notesMasterIdLst>
    <p:notesMasterId xmlns:r="http://schemas.openxmlformats.org/officeDocument/2006/relationships" r:id="Rda121ec7834e453f"/>
  </p:notesMasterIdLst>
  <p:sldIdLst>
    <p:sldId xmlns:r="http://schemas.openxmlformats.org/officeDocument/2006/relationships" id="256" r:id="Re81a4b50eb5245e5"/>
    <p:sldId xmlns:r="http://schemas.openxmlformats.org/officeDocument/2006/relationships" id="257" r:id="R6dcdf3fc8b1f444d"/>
    <p:sldId xmlns:r="http://schemas.openxmlformats.org/officeDocument/2006/relationships" id="258" r:id="R05bca2285f134f52"/>
    <p:sldId xmlns:r="http://schemas.openxmlformats.org/officeDocument/2006/relationships" id="259" r:id="Rd340707b1dab477a"/>
    <p:sldId xmlns:r="http://schemas.openxmlformats.org/officeDocument/2006/relationships" id="260" r:id="R725f8c3808594e96"/>
    <p:sldId xmlns:r="http://schemas.openxmlformats.org/officeDocument/2006/relationships" id="261" r:id="Raf03336749874391"/>
    <p:sldId xmlns:r="http://schemas.openxmlformats.org/officeDocument/2006/relationships" id="262" r:id="R272e6d08032f4320"/>
    <p:sldId xmlns:r="http://schemas.openxmlformats.org/officeDocument/2006/relationships" id="263" r:id="R33dbd2e248724945"/>
    <p:sldId xmlns:r="http://schemas.openxmlformats.org/officeDocument/2006/relationships" id="264" r:id="R78e04dfcbbde40d1"/>
    <p:sldId xmlns:r="http://schemas.openxmlformats.org/officeDocument/2006/relationships" id="265" r:id="Rf2c4f67b9fb34ee9"/>
    <p:sldId xmlns:r="http://schemas.openxmlformats.org/officeDocument/2006/relationships" id="266" r:id="R86f4e761de264e78"/>
    <p:sldId xmlns:r="http://schemas.openxmlformats.org/officeDocument/2006/relationships" id="267" r:id="R83ede0bec5dc46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ee09270ba84eaf" /><Relationship Type="http://schemas.openxmlformats.org/officeDocument/2006/relationships/slideMaster" Target="/ppt/slideMasters/slideMaster1.xml" Id="R38a76f3d438042e0" /><Relationship Type="http://schemas.openxmlformats.org/officeDocument/2006/relationships/notesMaster" Target="/ppt/notesMasters/notesMaster1.xml" Id="Rda121ec7834e453f" /><Relationship Type="http://schemas.openxmlformats.org/officeDocument/2006/relationships/presProps" Target="/ppt/presProps.xml" Id="R12089b3d6fb3402e" /><Relationship Type="http://schemas.openxmlformats.org/officeDocument/2006/relationships/tableStyles" Target="/ppt/tableStyles.xml" Id="R0e537551e08f4120" /><Relationship Type="http://schemas.openxmlformats.org/officeDocument/2006/relationships/slide" Target="/ppt/slides/slide1.xml" Id="Re81a4b50eb5245e5" /><Relationship Type="http://schemas.openxmlformats.org/officeDocument/2006/relationships/slide" Target="/ppt/slides/slide2.xml" Id="R6dcdf3fc8b1f444d" /><Relationship Type="http://schemas.openxmlformats.org/officeDocument/2006/relationships/slide" Target="/ppt/slides/slide3.xml" Id="R05bca2285f134f52" /><Relationship Type="http://schemas.openxmlformats.org/officeDocument/2006/relationships/slide" Target="/ppt/slides/slide4.xml" Id="Rd340707b1dab477a" /><Relationship Type="http://schemas.openxmlformats.org/officeDocument/2006/relationships/slide" Target="/ppt/slides/slide5.xml" Id="R725f8c3808594e96" /><Relationship Type="http://schemas.openxmlformats.org/officeDocument/2006/relationships/slide" Target="/ppt/slides/slide6.xml" Id="Raf03336749874391" /><Relationship Type="http://schemas.openxmlformats.org/officeDocument/2006/relationships/slide" Target="/ppt/slides/slide7.xml" Id="R272e6d08032f4320" /><Relationship Type="http://schemas.openxmlformats.org/officeDocument/2006/relationships/slide" Target="/ppt/slides/slide8.xml" Id="R33dbd2e248724945" /><Relationship Type="http://schemas.openxmlformats.org/officeDocument/2006/relationships/slide" Target="/ppt/slides/slide9.xml" Id="R78e04dfcbbde40d1" /><Relationship Type="http://schemas.openxmlformats.org/officeDocument/2006/relationships/slide" Target="/ppt/slides/slide10.xml" Id="Rf2c4f67b9fb34ee9" /><Relationship Type="http://schemas.openxmlformats.org/officeDocument/2006/relationships/slide" Target="/ppt/slides/slide11.xml" Id="R86f4e761de264e78" /><Relationship Type="http://schemas.openxmlformats.org/officeDocument/2006/relationships/slide" Target="/ppt/slides/slide12.xml" Id="R83ede0bec5dc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f7a3a2adc4b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2601ceaff44916" /><Relationship Type="http://schemas.openxmlformats.org/officeDocument/2006/relationships/notesMaster" Target="/ppt/notesMasters/notesMaster1.xml" Id="Rc72b51c99420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a5fa8a40e4f8f" /><Relationship Type="http://schemas.openxmlformats.org/officeDocument/2006/relationships/notesMaster" Target="/ppt/notesMasters/notesMaster1.xml" Id="Rd3f617c96ae94b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f4aad636d4883" /><Relationship Type="http://schemas.openxmlformats.org/officeDocument/2006/relationships/notesMaster" Target="/ppt/notesMasters/notesMaster1.xml" Id="R3b58f2247d644a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e40363b7b046d7" /><Relationship Type="http://schemas.openxmlformats.org/officeDocument/2006/relationships/notesMaster" Target="/ppt/notesMasters/notesMaster1.xml" Id="R817c232ae85e40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f6f3e5c5b94d2c" /><Relationship Type="http://schemas.openxmlformats.org/officeDocument/2006/relationships/notesMaster" Target="/ppt/notesMasters/notesMaster1.xml" Id="R3108ad83070e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383b9fc8fc41a6" /><Relationship Type="http://schemas.openxmlformats.org/officeDocument/2006/relationships/notesMaster" Target="/ppt/notesMasters/notesMaster1.xml" Id="Rcec8f18aa57e4a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a8ad672e3c4e9b" /><Relationship Type="http://schemas.openxmlformats.org/officeDocument/2006/relationships/notesMaster" Target="/ppt/notesMasters/notesMaster1.xml" Id="R4aafce95012547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a80065217942af" /><Relationship Type="http://schemas.openxmlformats.org/officeDocument/2006/relationships/notesMaster" Target="/ppt/notesMasters/notesMaster1.xml" Id="R232d2375bd8b44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2b6dbc204c4060" /><Relationship Type="http://schemas.openxmlformats.org/officeDocument/2006/relationships/notesMaster" Target="/ppt/notesMasters/notesMaster1.xml" Id="R87bb6247582540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251dafb25d4d2f" /><Relationship Type="http://schemas.openxmlformats.org/officeDocument/2006/relationships/notesMaster" Target="/ppt/notesMasters/notesMaster1.xml" Id="R2c26875fe31049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eac3d081b342a8" /><Relationship Type="http://schemas.openxmlformats.org/officeDocument/2006/relationships/notesMaster" Target="/ppt/notesMasters/notesMaster1.xml" Id="R5c7fe1b99f3c48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3ef844f1a44daa" /><Relationship Type="http://schemas.openxmlformats.org/officeDocument/2006/relationships/notesMaster" Target="/ppt/notesMasters/notesMaster1.xml" Id="R575c8dab484246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c8f16fa6d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ed318b642747d9" /><Relationship Type="http://schemas.openxmlformats.org/officeDocument/2006/relationships/slideLayout" Target="/ppt/slideLayouts/slideLayout1.xml" Id="R528c782f1a4543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c782f1a4543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f85dd9bc94edc" /><Relationship Type="http://schemas.openxmlformats.org/officeDocument/2006/relationships/notesSlide" Target="/ppt/notesSlides/notesSlide1.xml" Id="Rd0cf849ed7d844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d449cee954658" /><Relationship Type="http://schemas.openxmlformats.org/officeDocument/2006/relationships/notesSlide" Target="/ppt/notesSlides/notesSlide2.xml" Id="R2b05938fa27845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91b1f30014a92" /><Relationship Type="http://schemas.openxmlformats.org/officeDocument/2006/relationships/notesSlide" Target="/ppt/notesSlides/notesSlide3.xml" Id="Rf8a6d47d31f247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5ed3d15a347b2" /><Relationship Type="http://schemas.openxmlformats.org/officeDocument/2006/relationships/image" Target="/ppt/media/image.png" Id="R62f94c9ca544414d" /><Relationship Type="http://schemas.openxmlformats.org/officeDocument/2006/relationships/notesSlide" Target="/ppt/notesSlides/notesSlide4.xml" Id="R2a92ddb1d3044f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3f02d82884528" /><Relationship Type="http://schemas.openxmlformats.org/officeDocument/2006/relationships/image" Target="/ppt/media/image2.png" Id="R9e97610921d64e37" /><Relationship Type="http://schemas.openxmlformats.org/officeDocument/2006/relationships/notesSlide" Target="/ppt/notesSlides/notesSlide5.xml" Id="R23101030b77d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bcebfd5eb4bb5" /><Relationship Type="http://schemas.openxmlformats.org/officeDocument/2006/relationships/notesSlide" Target="/ppt/notesSlides/notesSlide6.xml" Id="R1853aa26b8804e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5259cdbdf4552" /><Relationship Type="http://schemas.openxmlformats.org/officeDocument/2006/relationships/image" Target="/ppt/media/image3.png" Id="R6fc7b208a4d44a74" /><Relationship Type="http://schemas.openxmlformats.org/officeDocument/2006/relationships/notesSlide" Target="/ppt/notesSlides/notesSlide7.xml" Id="Rc29a9699a2a943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3ce7b09f64f20" /><Relationship Type="http://schemas.openxmlformats.org/officeDocument/2006/relationships/notesSlide" Target="/ppt/notesSlides/notesSlide8.xml" Id="Rf589faad151045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e28cebe224718" /><Relationship Type="http://schemas.openxmlformats.org/officeDocument/2006/relationships/notesSlide" Target="/ppt/notesSlides/notesSlide9.xml" Id="Ra1b9a596e8704b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16437fcd3493c" /><Relationship Type="http://schemas.openxmlformats.org/officeDocument/2006/relationships/notesSlide" Target="/ppt/notesSlides/notesSlide10.xml" Id="R58949bbd9a9042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15d2d6d344738" /><Relationship Type="http://schemas.openxmlformats.org/officeDocument/2006/relationships/notesSlide" Target="/ppt/notesSlides/notesSlide11.xml" Id="R85c33866f5b14e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6e035cc2349b2" /><Relationship Type="http://schemas.openxmlformats.org/officeDocument/2006/relationships/notesSlide" Target="/ppt/notesSlides/notesSlide12.xml" Id="R3435b74e35174d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FB5334C4-A897-476E-9DB1-E72A892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9C1B69DF-2340-46B9-9595-0A7BCE15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66AF1818-6C54-45BA-A60E-74CEE57B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24CFB608-29B8-4EAF-9DDA-FE68A78C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BE3AA675-7682-4D71-B82F-3DE6CE3F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E5897898-63DA-4629-9D98-5F73ACB6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FCFC69FA-AA53-4433-A3CC-653A184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定积分与微积分基本定理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19804D-54AE-4D7E-BC50-2E928429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6BD0970E-044D-4DE5-A235-35E08CF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分割、近似、求和、取极限——把变化的量累积起来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272E0144-A16A-4BA1-8A4F-DB92862B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AA5FF5F4-4651-425D-98E9-BFA65E3B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定积分是微小贡献之和的极限，基本定理把累积与变化率统一起来。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59BD7539-C19B-4625-B830-6B05A7FE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02 讲</a:t>
            </a:r>
          </a:p>
        </p:txBody>
      </p:sp>
    </p:spTree>
    <p:extLst>
      <p:ext uri="{BB962C8B-B14F-4D97-AF65-F5344CB8AC3E}">
        <p14:creationId xmlns:p14="http://schemas.microsoft.com/office/powerpoint/2010/main" val="889288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D60253D6-AF6C-48FA-A625-5F3A9B10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9B62357A-1669-4A76-B09C-0E44F344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8CE43BA9-547E-429D-B9E6-84B20542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BD271734-3BD9-44CC-A2BD-D29296A8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8A29F6B1-9147-4C53-A487-912FE313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边界是曲线的面积，为什么不能只套用一个熟悉图形公式？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B4CE604A-3C80-45D8-A965-81271B6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3B6251C1-6075-4685-A962-8637768B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8CA2503-5F53-4ADF-9876-EA670B84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D86E32A6-A235-4041-8C3D-0C7B3D5D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1FBD598-15D3-4CFB-B3D7-594E7C8B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2259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30864F31-FF45-4245-94DA-B98A145C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DF315BE0-A319-407B-A644-ED4FBB73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3B3E220A-38F1-4B84-947D-4626E910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DB449F36-4807-41DB-A926-959111AB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0FFD05FD-0A63-40F5-B803-5A569839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8AC6F107-D6B9-42B0-922E-1608D31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DAFCF91F-86A6-4D79-B539-DF2FE0BA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3BCA3684-1097-4FBC-ABFD-EE13731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1BB135E0-F07A-48DA-B473-D7EB1331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BB742437-E393-4B6D-8751-0D000441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DC7AC317-8DBE-4F0A-B6D8-7F3C6372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8717C94D-8D72-4B35-878D-34433567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6EE45E2A-92CB-417A-8796-EE8BD3C5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B1D45B7E-DB82-4AE4-96C5-ACAF95F8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7A60F99C-3605-4858-9401-E8A6CFD6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6B5E7320-198C-4DBC-A7A9-210B95C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2DD66FB-2E8E-4D27-BCDC-ECBD466C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8D1BCE4E-0A44-41CA-A90B-F1E39CC2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10C3F150-AB2A-4C2A-A5A5-FE360B3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4749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91E26FAC-20D4-476E-8965-C81FD5BA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652B2982-CF74-43EE-AB86-49FAD3D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矩形越来越细，近似面积越来越稳定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A7290A0B-6D79-4D83-9B42-DE3A763C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B3F75CFE-44CC-44B2-9D84-6D19D17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2F20C99E-FF3D-4FB1-BDEA-6E2B3D4A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无数个小矩形的面积之和，怎样变成精确的曲边累积？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334ADDB9-1F0B-46D5-A864-22538C23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1F2F8181-C9A8-4658-960C-48370159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94c9ca544414d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A7055D2-B096-491E-A8F4-D1ACE35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178B4D67-569D-4E8D-8B04-26BBD53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4EC778A-3E1C-4E11-9E61-8D14C618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028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7610921d64e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5480BD2-D88C-4D11-9963-C331983B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E4506D33-02EE-479F-984F-D15B466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B0DE492-6DAE-4DE6-8D06-E1C445FF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3579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A0CF9150-50C0-4D48-BEB2-A8E701BF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C8B181AF-37E0-43C2-BC52-6ADB84B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90840499-3616-4B35-A70A-801B0C22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EBFB5F7F-917C-420D-A81F-AA0766B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015BF622-5C2A-4390-B350-DD9676BC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6918B73F-17A8-41D4-8E90-C16D6138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分割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89D6FD82-5615-4F0B-89A9-FB45FC6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把区间切成许多小段，每段宽度可不同。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1211F385-891F-49FC-9159-EA5E0371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081981CB-A84A-4AB5-B00E-8BEA9DCA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05BEE575-1E00-4244-B7E6-D31FCA1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近似与求和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E5FEA791-5CF7-45B8-A81F-E7FC072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每段用一个小矩形近似贡献，再把贡献相加。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BD4CFC57-456D-4E8B-A37F-50268329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077C6FCA-D258-4BC3-8BEA-419029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2806F293-74F2-428C-9F7D-CC3693FF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取极限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40F3C3C6-B6A5-45C6-8991-C19E0082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让最大宽度趋近于零，得到与分割方式无关的稳定值。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7CE09917-4E1E-4E10-BDD8-1D5112EA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F1E81E9A-2B5B-465D-8AF4-E7FCCF42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定积分是微小贡献之和的极限，基本定理把累积与变化率统一起来。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AB72492-F9D1-4110-95E5-D3B83131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06970260-0079-4D72-93B2-5107BA9F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15DCC6D-C08F-493D-ACCE-A908F441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8820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7b208a4d44a7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CFD275FF-D5B9-4AC1-A09A-262FC0F3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1EA852BF-A4F8-4C3A-A640-29B62B3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E4A6323-3DE4-4168-8A6D-06789F84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8621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DBE1B468-C831-437C-ACA6-2B96B12B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B062163C-7E3C-4FFF-9BD4-5799E501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461B6D7C-0992-417B-9847-6D6B99FA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ACDFF9B3-3BEC-4E9B-ADEC-5C1B6B8E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DB52372F-A993-4788-BEA5-EF69DD9D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607A24DE-8D30-4E1A-8F55-197032B8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明确积分区间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3E6B6043-AAEF-4620-9123-EAE00959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0028BE66-21CD-472D-9EF4-BD4A0536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4994F802-E3CB-4420-AB06-BE2BA42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9DECD6DA-9210-47B2-B898-98B8658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判断函数值的正负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D99BBE60-B3EE-463A-95D2-65619EA5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82A23A52-3C2E-4D57-9175-A36949CF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BED96E1F-3CE0-4C9B-BCE4-DDAEE773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C0CAA5A7-537E-4A43-A783-AE546A15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寻找一个原函数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3FC5A87F-86F9-4942-AAE9-062AA42E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C5871666-0E89-4EBE-A4F8-7604227D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022D5089-C234-4A67-A56E-5DA28E07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F4629284-BAEC-4F24-9019-5E1D402B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代入上下限并作差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FC238832-02B0-4BC4-AAD1-ADF3D090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976C150E-ED5F-481B-957C-A6A04720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C9C635C6-0FB6-44B4-98E2-720ED7B1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C94F0734-BAAE-49BB-9DE6-C2596C1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D87C74B-4138-4FD8-A3EB-152281C8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3207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FBD0EE06-99D3-40A9-B8B6-3EA40E6E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2099A75E-A0F0-46FD-994B-93A807C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85911CD7-8620-479A-A506-54DF3D5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55C5D62E-36F0-476A-8244-4D6B4B53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1C14A45F-BDF3-4AA8-80C5-7B243B1A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0B83BA9F-1824-43E5-AB2A-DBEAC79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把积分只当面积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112725C7-A169-4383-9F9C-19CAA0FF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定积分首先是带符号累积。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D69D8262-623E-4BBF-A7E6-A7EC455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E5485892-7136-444F-88A9-142AD367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2DE7001B-E3E7-4018-A968-0438526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把计算公式当定义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99A4EBF5-56E4-4E9C-83A6-CE77AFA4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原函数作差来自基本定理。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74A7D62E-C748-4E91-A5B5-840F6F48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B39BE686-795C-472F-96E3-4329143B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2072349F-1E50-4E37-87F6-D185BF7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速度积分直接当路程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26EA3EA7-006B-427D-87A5-0FAB1827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速度变号时必须分段。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968FDEC2-4D50-481B-B223-E958A937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C4053109-19B8-4FF6-BEAA-A35A0375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17310A40-BA41-4682-BF33-77027603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A07F4B54-DDD7-4A24-AF93-81DEF7E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498B39D1-BC95-4134-82E8-E41B897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2661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077E6467-29BD-4AAD-AEF0-A387CBD1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45CC50D4-86CF-4C25-B095-124C29E8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8AFD7F0E-82AF-4FD9-9E6F-6FF05FE4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255099E4-D30B-4B6C-806E-AE5326E0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位移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484193AA-13AE-4B21-AE59-A3A4452C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844A6C16-1E48-45B0-B710-1722392E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速度随时间的带符号累积给出位移。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1D586B2A-CEC1-42AE-AD00-029C3B5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路程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EADA7E20-00FF-47B5-9ABC-FFED2E68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5BFFDEF9-0F28-4563-AECF-49DA948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速度变号时分段累计实际经过的长度。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6B040A2E-65D6-4C02-9C62-B6967AC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做功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BC925A58-655C-4E76-86C0-E8CB1DEB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E21C0809-3F79-4A88-B270-B1F50174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把每一小段上的力与位移贡献累加。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C99588A9-D85E-438E-AFA6-5C1FFEDD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BD1A1277-CCD3-42DC-B939-85B0E8B0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E9331BF5-D58F-4C70-BAB5-A6082CDE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623C7A26-494D-45CE-94E8-AFDC702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A12F3A34-3484-443F-BE7E-5F7AEE0F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15553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E3F9C9A7-D2C6-4CE3-B1EF-40BD0B7A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D6CC5C9A-9440-401E-B5BA-22FBDE0F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1490584F-940D-4CBC-9563-85F590ED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290ABA00-A9EB-478E-9779-465F721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54FC68B7-5505-469A-A2DA-11F93D26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85775CBC-B8B0-43DA-89B9-35E6CD8B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6F82E229-018C-4AB3-B773-5F733703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说明曲线位于横轴下方时，积分值为何可能为负。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39925800-2895-4F90-804E-513758D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73CC55ED-2158-4780-B5B6-53015133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B1C26437-0231-4D16-8146-6EFEE34E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用基本定理描述计算一个简单多项式定积分的完整步骤。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C82820AB-C648-413C-944E-171E936C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9B4EDBF5-9DA5-4994-ACC2-C59477FB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CDD6794C-6CE2-4B3E-8CFB-5F6666A9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265A4458-25A9-4560-B103-297C59CB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7DDF1B9E-507C-4F71-9BDB-0786DC54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1663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96A848EF-5665-42F4-8CAA-D825FFE9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FB5E984B-99D8-48BB-BE05-350DE34B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79AD98E1-D658-45E3-9316-3DD2C6A7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E18B7C42-0978-4F92-9A88-47FEE888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BEF207F5-4048-4592-AC34-C1A5C498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分割把整体拆成微小贡献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954D5E3A-28A5-4EAD-85E7-AD932DF5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1EEB147C-0E71-42CF-902C-8A624E9C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8B0F544B-7DA0-4837-9725-C467F3A4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求和保留每段方向与大小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2739686F-4036-42F2-BE73-488678AE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D0B17DA9-45D4-44C7-97DC-381B370C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65FEB0A9-ED20-4E7B-AC48-2F18AFEC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极限与原函数使累积可计算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990411CB-8F57-4584-9BB0-A83D804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81B775E9-0A28-44B1-B556-F8476FAA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离堂检验：用自己的话解释“定积分是微小贡献之和的极限，基本定理把累积与变化率统一起来。”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E4259BD0-FF56-4B89-9303-C13B8F21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FAA32112-43BB-44B7-A25F-EAA0D0E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定积分与微积分基本定理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1FFB3C21-0C70-40B6-AAAE-87A6A22E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6227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2026-07-22T03:48:49.9260000Z</dcterms:created>
  <dcterms:modified xsi:type="dcterms:W3CDTF">2026-07-22T03:48:49.9260000Z</dcterms:modified>
</coreProperties>
</file>