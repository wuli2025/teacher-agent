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1ae61b947946da" /><Relationship Type="http://schemas.openxmlformats.org/officeDocument/2006/relationships/extended-properties" Target="/docProps/app.xml" Id="R033aa59a12aa4251" /><Relationship Type="http://schemas.openxmlformats.org/officeDocument/2006/relationships/officeDocument" Target="/ppt/presentation.xml" Id="R5078f526ecf241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1b762ebcd842ba"/>
  </p:sldMasterIdLst>
  <p:notesMasterIdLst>
    <p:notesMasterId xmlns:r="http://schemas.openxmlformats.org/officeDocument/2006/relationships" r:id="R39c7516cfe6443e7"/>
  </p:notesMasterIdLst>
  <p:sldIdLst>
    <p:sldId xmlns:r="http://schemas.openxmlformats.org/officeDocument/2006/relationships" id="256" r:id="R10ec2c6aebcc4dd8"/>
    <p:sldId xmlns:r="http://schemas.openxmlformats.org/officeDocument/2006/relationships" id="257" r:id="R2fd43d3ac0bc4cb2"/>
    <p:sldId xmlns:r="http://schemas.openxmlformats.org/officeDocument/2006/relationships" id="258" r:id="R5693d17ad1ad42cc"/>
    <p:sldId xmlns:r="http://schemas.openxmlformats.org/officeDocument/2006/relationships" id="259" r:id="R9fdab2da5c014c35"/>
    <p:sldId xmlns:r="http://schemas.openxmlformats.org/officeDocument/2006/relationships" id="260" r:id="R2ba0f3da2c5e4e75"/>
    <p:sldId xmlns:r="http://schemas.openxmlformats.org/officeDocument/2006/relationships" id="261" r:id="R9346a074fb924779"/>
    <p:sldId xmlns:r="http://schemas.openxmlformats.org/officeDocument/2006/relationships" id="262" r:id="Re6b94e63221a4e0e"/>
    <p:sldId xmlns:r="http://schemas.openxmlformats.org/officeDocument/2006/relationships" id="263" r:id="R5d9505a961494c10"/>
    <p:sldId xmlns:r="http://schemas.openxmlformats.org/officeDocument/2006/relationships" id="264" r:id="R5416e7de9e5e4ea7"/>
    <p:sldId xmlns:r="http://schemas.openxmlformats.org/officeDocument/2006/relationships" id="265" r:id="R5c61296de2f746f6"/>
    <p:sldId xmlns:r="http://schemas.openxmlformats.org/officeDocument/2006/relationships" id="266" r:id="R4d006a0a30a841f6"/>
    <p:sldId xmlns:r="http://schemas.openxmlformats.org/officeDocument/2006/relationships" id="267" r:id="Rc18276df10b542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b03db47f8425e" /><Relationship Type="http://schemas.openxmlformats.org/officeDocument/2006/relationships/slideMaster" Target="/ppt/slideMasters/slideMaster1.xml" Id="Ra31b762ebcd842ba" /><Relationship Type="http://schemas.openxmlformats.org/officeDocument/2006/relationships/notesMaster" Target="/ppt/notesMasters/notesMaster1.xml" Id="R39c7516cfe6443e7" /><Relationship Type="http://schemas.openxmlformats.org/officeDocument/2006/relationships/presProps" Target="/ppt/presProps.xml" Id="R6519b09c529a476b" /><Relationship Type="http://schemas.openxmlformats.org/officeDocument/2006/relationships/tableStyles" Target="/ppt/tableStyles.xml" Id="R0627424ee0e64f71" /><Relationship Type="http://schemas.openxmlformats.org/officeDocument/2006/relationships/slide" Target="/ppt/slides/slide1.xml" Id="R10ec2c6aebcc4dd8" /><Relationship Type="http://schemas.openxmlformats.org/officeDocument/2006/relationships/slide" Target="/ppt/slides/slide2.xml" Id="R2fd43d3ac0bc4cb2" /><Relationship Type="http://schemas.openxmlformats.org/officeDocument/2006/relationships/slide" Target="/ppt/slides/slide3.xml" Id="R5693d17ad1ad42cc" /><Relationship Type="http://schemas.openxmlformats.org/officeDocument/2006/relationships/slide" Target="/ppt/slides/slide4.xml" Id="R9fdab2da5c014c35" /><Relationship Type="http://schemas.openxmlformats.org/officeDocument/2006/relationships/slide" Target="/ppt/slides/slide5.xml" Id="R2ba0f3da2c5e4e75" /><Relationship Type="http://schemas.openxmlformats.org/officeDocument/2006/relationships/slide" Target="/ppt/slides/slide6.xml" Id="R9346a074fb924779" /><Relationship Type="http://schemas.openxmlformats.org/officeDocument/2006/relationships/slide" Target="/ppt/slides/slide7.xml" Id="Re6b94e63221a4e0e" /><Relationship Type="http://schemas.openxmlformats.org/officeDocument/2006/relationships/slide" Target="/ppt/slides/slide8.xml" Id="R5d9505a961494c10" /><Relationship Type="http://schemas.openxmlformats.org/officeDocument/2006/relationships/slide" Target="/ppt/slides/slide9.xml" Id="R5416e7de9e5e4ea7" /><Relationship Type="http://schemas.openxmlformats.org/officeDocument/2006/relationships/slide" Target="/ppt/slides/slide10.xml" Id="R5c61296de2f746f6" /><Relationship Type="http://schemas.openxmlformats.org/officeDocument/2006/relationships/slide" Target="/ppt/slides/slide11.xml" Id="R4d006a0a30a841f6" /><Relationship Type="http://schemas.openxmlformats.org/officeDocument/2006/relationships/slide" Target="/ppt/slides/slide12.xml" Id="Rc18276df10b542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60910f6d7e45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e2cb46d1847ed" /><Relationship Type="http://schemas.openxmlformats.org/officeDocument/2006/relationships/notesMaster" Target="/ppt/notesMasters/notesMaster1.xml" Id="R9e0d46445fab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c7984a0ddc4fa3" /><Relationship Type="http://schemas.openxmlformats.org/officeDocument/2006/relationships/notesMaster" Target="/ppt/notesMasters/notesMaster1.xml" Id="Rcfcd5a5e71b04b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04251586254fca" /><Relationship Type="http://schemas.openxmlformats.org/officeDocument/2006/relationships/notesMaster" Target="/ppt/notesMasters/notesMaster1.xml" Id="R865e5c471a174f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5697f0ef6b447b" /><Relationship Type="http://schemas.openxmlformats.org/officeDocument/2006/relationships/notesMaster" Target="/ppt/notesMasters/notesMaster1.xml" Id="Rc20fded6daa547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c58a22c5454d46" /><Relationship Type="http://schemas.openxmlformats.org/officeDocument/2006/relationships/notesMaster" Target="/ppt/notesMasters/notesMaster1.xml" Id="Rea410ab8f5c14b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2fb635f3c7426f" /><Relationship Type="http://schemas.openxmlformats.org/officeDocument/2006/relationships/notesMaster" Target="/ppt/notesMasters/notesMaster1.xml" Id="Rfc5a22ebd7024a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e68be4e19c4cb5" /><Relationship Type="http://schemas.openxmlformats.org/officeDocument/2006/relationships/notesMaster" Target="/ppt/notesMasters/notesMaster1.xml" Id="Ra237bf71cc524a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1d21c93c464a9b" /><Relationship Type="http://schemas.openxmlformats.org/officeDocument/2006/relationships/notesMaster" Target="/ppt/notesMasters/notesMaster1.xml" Id="Rf3e9c6aa28e14d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32b78dac644a46" /><Relationship Type="http://schemas.openxmlformats.org/officeDocument/2006/relationships/notesMaster" Target="/ppt/notesMasters/notesMaster1.xml" Id="Rae61d58dc2414b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b54f87c3e644e6" /><Relationship Type="http://schemas.openxmlformats.org/officeDocument/2006/relationships/notesMaster" Target="/ppt/notesMasters/notesMaster1.xml" Id="R011d7439fb1a4c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786b4e853a4e55" /><Relationship Type="http://schemas.openxmlformats.org/officeDocument/2006/relationships/notesMaster" Target="/ppt/notesMasters/notesMaster1.xml" Id="R055a5d959f2947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4f9e9c1a16419f" /><Relationship Type="http://schemas.openxmlformats.org/officeDocument/2006/relationships/notesMaster" Target="/ppt/notesMasters/notesMaster1.xml" Id="R9db4cb54e789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132cc04fc47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df340c5ed04117" /><Relationship Type="http://schemas.openxmlformats.org/officeDocument/2006/relationships/slideLayout" Target="/ppt/slideLayouts/slideLayout1.xml" Id="Rc2380c57f9604e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80c57f9604e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6c5dce0f94cf1" /><Relationship Type="http://schemas.openxmlformats.org/officeDocument/2006/relationships/notesSlide" Target="/ppt/notesSlides/notesSlide1.xml" Id="R8bb17f45cac840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07a7f52044f13" /><Relationship Type="http://schemas.openxmlformats.org/officeDocument/2006/relationships/notesSlide" Target="/ppt/notesSlides/notesSlide2.xml" Id="R1935cd7bec5c40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49fa216bd421a" /><Relationship Type="http://schemas.openxmlformats.org/officeDocument/2006/relationships/notesSlide" Target="/ppt/notesSlides/notesSlide3.xml" Id="Rd63e18320fa84f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27a8c37ef43ff" /><Relationship Type="http://schemas.openxmlformats.org/officeDocument/2006/relationships/image" Target="/ppt/media/image.png" Id="R75561e3abcd447b8" /><Relationship Type="http://schemas.openxmlformats.org/officeDocument/2006/relationships/notesSlide" Target="/ppt/notesSlides/notesSlide4.xml" Id="Rdaac96accba74f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b7a0aa1694024" /><Relationship Type="http://schemas.openxmlformats.org/officeDocument/2006/relationships/image" Target="/ppt/media/image2.png" Id="R96862166e0764d63" /><Relationship Type="http://schemas.openxmlformats.org/officeDocument/2006/relationships/notesSlide" Target="/ppt/notesSlides/notesSlide5.xml" Id="Rffaf327724794b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315ac7ab4f24" /><Relationship Type="http://schemas.openxmlformats.org/officeDocument/2006/relationships/notesSlide" Target="/ppt/notesSlides/notesSlide6.xml" Id="Rc77fcbece5754e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eff5720554896" /><Relationship Type="http://schemas.openxmlformats.org/officeDocument/2006/relationships/image" Target="/ppt/media/image3.png" Id="Rb9654f85369e4e2c" /><Relationship Type="http://schemas.openxmlformats.org/officeDocument/2006/relationships/notesSlide" Target="/ppt/notesSlides/notesSlide7.xml" Id="Rc76e9c69a31c40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28c9b0d254d31" /><Relationship Type="http://schemas.openxmlformats.org/officeDocument/2006/relationships/notesSlide" Target="/ppt/notesSlides/notesSlide8.xml" Id="R31ef6fc2c91343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7c265c2ad40c6" /><Relationship Type="http://schemas.openxmlformats.org/officeDocument/2006/relationships/notesSlide" Target="/ppt/notesSlides/notesSlide9.xml" Id="Rbbaffa45224148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15f3104d34eb8" /><Relationship Type="http://schemas.openxmlformats.org/officeDocument/2006/relationships/notesSlide" Target="/ppt/notesSlides/notesSlide10.xml" Id="Ra5677ab46a6640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8e672a5264da1" /><Relationship Type="http://schemas.openxmlformats.org/officeDocument/2006/relationships/notesSlide" Target="/ppt/notesSlides/notesSlide11.xml" Id="R991b8ebacc9e49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60480197c42c3" /><Relationship Type="http://schemas.openxmlformats.org/officeDocument/2006/relationships/notesSlide" Target="/ppt/notesSlides/notesSlide12.xml" Id="Rf73a80e256a543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01CABF68-3873-45D4-923A-A14039EA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13451A51-CCBA-476F-B4B3-9F8F9363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92FDF0F5-63B3-4734-8768-317448C8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A1B2D1B7-B247-49D6-877D-52C87772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CEA3FBD5-5EBC-43C1-8961-6CEB522F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AB1A9E23-67A1-4199-992E-9DB74191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85036ED8-5FBE-480A-AEC3-16755971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数列与数学归纳法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9F41EAF-0A1C-487F-B638-95167576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83404F65-4FE3-4CBA-80CE-8EC83658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从看出规律到证明规律——离散函数与逻辑链条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6E7ED134-0909-4870-858E-FD977A1A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D46D9C7B-7016-44E3-B3F8-B0162CB9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起点成立且每一步都能传到下一步，命题才对所有正整数成立。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C31415C7-06D3-4217-972C-880212F6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04 讲</a:t>
            </a:r>
          </a:p>
        </p:txBody>
      </p:sp>
    </p:spTree>
    <p:extLst>
      <p:ext uri="{BB962C8B-B14F-4D97-AF65-F5344CB8AC3E}">
        <p14:creationId xmlns:p14="http://schemas.microsoft.com/office/powerpoint/2010/main" val="1572109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1E6563BF-AA33-41FB-98F0-D8F8AF67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D9ACC6AC-1764-4F05-B792-91196370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006BBB8E-523F-443B-88B1-5CF00D35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921E9C30-C099-4F57-AAA7-389E012B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F9146599-B01D-4EC0-A40A-B7BDBE72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验证前一百项都成立，能否推出命题对所有正整数成立？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DE0A78B5-99ED-4AFD-90B8-951DCE35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357987E3-8ABF-497C-AA05-FA93777A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2D890379-57CE-4CA7-A685-284B9F72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EE088AC2-4FC3-4BDF-BF79-AEDF14C8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3225409-AD5C-49D1-BAD8-729C8968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3435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C854BA75-5492-4748-96A6-DE5EA991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0165546C-6365-4629-89F3-35BFA556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CE29F6A1-AD26-4FC4-87D1-AEB6F7DE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53DA8161-4A39-4344-A9FD-AF8EA3A9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F27E6146-DA84-43C8-B4BB-1AC8BB81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313D6D4B-DAE8-495A-95EC-FDBEE0A2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FDD40D9D-AA6E-4518-A75B-ECB2AF02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D1956A90-F5C6-4E37-B9A8-B7125344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A18BE5D4-86ED-40C9-A15D-7F26D30E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08B35A37-1EE3-48E1-B4E1-E6161640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330B81D7-ABA9-44D3-B98A-D11F8787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57ACDFBE-AFF6-4497-87ED-CB7B3403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D0F99EDB-5271-4534-8AB0-F6A49B61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06E142E4-75CE-43B3-8E66-49657E9B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2789BFFF-75CB-472E-8E87-97A0BC3B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7EADFC34-20D9-485F-A4F3-F534A23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B77131A3-8B02-4F4D-B29A-D35692D5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79269C45-8C47-4EDB-BED6-5F5A108E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51D6111C-A27C-4035-914A-0BF1D708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30423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69F720E3-74A0-463B-9D93-76C69848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41067DE7-7215-41F7-BE45-A5FDABF4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第一张骨牌与传递动作缺一不可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3930EC53-8879-4283-88C3-0B3B567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FAD92B87-6B10-4523-858B-407F1EE3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BA11C505-9FAB-4BB2-8B71-4422085C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如果没有起点，或中间有一步无法传递，会发生什么？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36024A4D-1D71-45D9-8CBF-C2D78B57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876D9C40-526B-475C-9A85-D11106C3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61e3abcd447b8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F4A8A8D9-1F8D-4820-BA9A-75083AD3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D034071D-9BE1-4996-8180-23E34206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F77D519C-8E0D-41F3-AD40-FBAEE851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4618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62166e0764d6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CF18325F-54E8-4B77-9431-9ACDBAB8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910F6186-9194-46A9-BA55-52A3CDE4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C2E6972-1EF8-4457-B4E3-BBA250AB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22553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02C15F04-F0F6-443C-85A2-3F86E218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A424FF39-EBB0-4541-9DBF-E04F0DF9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A9041CFD-5EC0-4765-9E00-2711A0D4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06C39F4E-518D-4723-B163-B435D89B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9F02D940-4A54-483A-8727-0F66CA1C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C6F84E25-7780-4073-BD53-684EEF0F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奠基步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8CC3C9F4-5660-43AE-B2F2-FF63AF86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先验证命题在第一个整数处确实成立。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44C381FD-1101-4783-A737-25D81B1B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28650C46-B3FD-45B5-A847-5772D2AF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C0EB795B-B545-4EB4-B0CA-0EEC70E2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归纳假设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21136822-8B0B-48BC-9CA8-6503DD3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暂时假设第 k 个命题成立，把它当作下一步的资源。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304BCCBF-AA5F-43FF-AC9E-B11DF223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71955EF1-DEA5-4AE1-A459-634F676A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910531A7-A2A9-43B0-832C-CD15D756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归纳步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5BD0A08A-7926-41B7-88DB-D6AAE13D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严格推出第 k+1 个命题，从而形成不断延伸的逻辑链。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F889A3CD-EB2F-4482-9BF2-D80D60E5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ED94186D-AC41-4867-B67C-ECEBD800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起点成立且每一步都能传到下一步，命题才对所有正整数成立。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B982E0B5-BE6D-4AAD-9C99-38F2063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8E1789EA-6206-4E77-B3C4-E8A09921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2958D081-2959-4ECA-8C14-8DF66ED1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9316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54f85369e4e2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B491012A-927B-4EBC-A4DB-C29D7275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FE23FAD7-2E94-4F15-8E88-978027D0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5D87D03D-3B29-42E5-922C-4D06221A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8986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E49073C3-480A-4A60-8EFE-70CF88F7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81FF9C04-00D3-4212-9061-2EE890C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31AAA842-E267-4403-ADE8-F77EF06F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61A23633-8A4F-4343-8243-D39F4ADB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C24C1B0F-9054-41DF-858D-EED6B324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F66765D6-8375-4362-8CF5-42565833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写清命题 P(n)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88C615B8-4CBF-4EC6-B27B-331D18F9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8390BF1D-B7C1-4F18-980D-37D0B212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AD469AB1-9256-4B45-BFBF-6B1CA9A7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7251C171-80FB-4D5E-91A3-12363BC3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验证起始整数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8B635603-5DCD-4CEC-B757-3DD385F3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44BBB3CD-4C7F-4E1D-B132-70C9BAC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ACA9A68F-04D8-450C-9851-5520744A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7142A47D-BC8C-4F81-874F-C8017F13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明确假设 P(k)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0F309203-F831-411E-A2BF-E0D4714E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85AD5868-25D3-4A21-915E-6EB4D422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216E0E62-CF10-456C-B96C-3783AC00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C9CCC5A5-5DFF-4833-9C46-96A526A7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推出 P(k+1) 并回扣结论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6C3625FB-5178-410B-B447-D46715C6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CB27F4F5-5044-4206-B661-156FF015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93B7DF3B-1613-46D8-8330-9BB163A2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1E19165E-683A-4125-9F84-E182D15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B36A4EE2-B12B-4D4F-9CA0-31801A73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25420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0F7594E4-672D-4EE8-AEEB-D7B08E1D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CF6CECB6-C8D0-4B8B-AA1C-28A1A0FB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2929F305-D974-4D4C-BDD6-7CB9CDDB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7CFAFED4-53FE-4D74-88E7-FF570FCD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6BD14363-CC86-4C04-9079-E32D7EAC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D86CE3B6-6113-49E8-BDD5-C555FEDD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漏掉奠基步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43743435-9D73-4E4B-AFE7-BB429D71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没有起点就推不出任何具体项。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142D8BA9-CFFA-4727-8A14-E2003701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D0906689-76A1-4F2C-83CE-39D9DA38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BA0C8B9F-6530-4189-BFD7-5699C86C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只验证有限多项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D02C8F45-7258-42B8-9315-B5562ED3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有限检查不能覆盖无限整数。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64557CB3-618A-407A-BD5C-8EDC21EE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3F021A5D-A6BA-45BE-9FA6-370E4EB1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2F12EFA8-9895-49A0-A950-5F0F3589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归纳步未用假设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FB3859D3-9303-4770-9557-0583654D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必须显示 P(k) 如何推动下一步。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D2A2E1F7-0362-4861-A337-457DA2A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BD861AF4-AF82-4EBA-93C4-5D4F4790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12417310-FE63-434E-B710-AA76CA2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78399624-2E72-4D73-9D57-8BA6E0B5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33071B4D-4B5E-4570-BABE-92509D68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864079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2FF7F8A5-0344-4578-B77A-7600E3B6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5714F6D9-2AE7-40D7-9A1D-8ACD6033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4BD973A1-652E-49F6-827F-C9DF6D13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549F1092-AA62-47C4-AAA0-9C3E3403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求和公式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BABE18C7-CA31-4FA1-A239-3B93A13B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ED145151-546A-4460-AD48-47425C1A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证明数列前 n 项和具有统一表达式。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8DF90111-700D-45AD-8FCB-2F460F00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整除命题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14CDF93A-8E68-4575-B05C-2655327E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BAE38592-10F8-494E-81A2-002FA52E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把下一项凑出归纳假设的原形。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7161CF77-D78C-47AC-A861-079965A5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递推结构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A0A48834-9023-480B-BC11-0D43A269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93513D90-3246-49D5-98A9-2084ABB9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把局部递推关系延伸到所有合法下标。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BA8DF0BA-5D18-4C3A-8CD6-5BB69E3F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1571F0EB-0D4B-4AB6-BA97-B813D55E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FA826E9C-B2C2-44DD-B915-6932B9E3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56D525B9-35E7-4ADA-A0E0-429D56F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56F912A6-009D-4AC5-A560-9D0D097D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331698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2BD93FD7-DA26-440C-A5F4-E30977C0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60848DE3-21C6-4649-9697-0F2B6FDE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C316ACA4-9768-48D6-8A32-9D06362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22A9A685-32E6-4170-9BCB-D43942D1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0EF8BD5D-60AA-4830-859D-EC11F7B5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C32F3CC1-9F8F-4736-AB15-AB6CC8DE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6E0AD83E-D19E-47A9-A916-F0E09AC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用归纳法证明前 n 个奇数的和呈现平方规律，并标出假设使用处。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529350BA-A112-4366-B6B6-66A47145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A351EC0A-AE74-4750-B118-1B9BA0F0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72EBCBB9-C816-4612-9020-5D39B692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举例说明为什么只有传递步骤、没有起点仍然不够。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F9E08A97-F234-4A21-A760-1B87CF0B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443475E8-61F6-4EF2-849D-D77BFE0C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DCB2D9F6-2152-497D-88D5-E4E1EF1C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12BC5373-6B9E-4F0B-A708-A57E5CA8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ED5098A5-12F2-4EE5-91AA-E7500829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86516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8602DAE3-B55D-4B23-A9AE-9A3A77EF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895B1D6E-65B5-43AE-8446-205F19BA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F509E95B-336A-486D-B582-8ABE78BB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C4AAED4C-BA25-48D2-9850-5B0FFBBC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94342898-915C-4740-92CF-275E1F73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先把无限命题拆成起点与传递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A22257F2-FE7D-47FE-8CE1-EDE0DF1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92837A41-D6B4-4925-9F51-239355DD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8E4D3DBB-F058-4F80-A490-D1A8D24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归纳假设是下一步的逻辑资源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44AD82EE-4C0A-472A-85CC-E9FB8A73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E555F007-5F06-4F12-90EE-AE69429C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84D5BE10-A797-4D78-8A9A-913CF509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结论覆盖所有合法整数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7ECC6271-F703-4C1D-BBEF-E61B142E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3D958A24-6754-435F-A9E4-7CC54262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离堂检验：用自己的话解释“起点成立且每一步都能传到下一步，命题才对所有正整数成立。”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4174FA47-A206-4326-A987-A4F31BC7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12785D97-0863-4025-874D-6AF123BE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数列与数学归纳法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138BB129-C80B-4969-BD23-A47D50D9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06113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2026-07-22T03:48:51.2550000Z</dcterms:created>
  <dcterms:modified xsi:type="dcterms:W3CDTF">2026-07-22T03:48:51.2550000Z</dcterms:modified>
</coreProperties>
</file>