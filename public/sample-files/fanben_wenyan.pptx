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wenyan_hero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20242E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965960"/>
            <a:ext cx="82296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500">
                <a:solidFill>
                  <a:srgbClr val="F4F1EA"/>
                </a:solidFill>
                <a:latin typeface="Georgia"/>
                <a:ea typeface="Georgia"/>
              </a:rPr>
              <a:t>语文 · 高考阅读专题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32888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4F1EA"/>
                </a:solidFill>
                <a:latin typeface="楷体"/>
                <a:ea typeface="楷体"/>
              </a:rPr>
              <a:t>文言文阅读突破</a:t>
            </a:r>
          </a:p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4F1EA"/>
                </a:solidFill>
                <a:latin typeface="楷体"/>
                <a:ea typeface="楷体"/>
              </a:rPr>
              <a:t>——从读懂字句到读通文脉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实词、虚词、句式、翻译、断句——一套可迁移的解题内功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9963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4F1EA"/>
                </a:solidFill>
                <a:latin typeface="Georgia"/>
                <a:ea typeface="Georgia"/>
              </a:rPr>
              <a:t>HIGH SCHOOL SENIOR · CLASSICAL CHINESE · 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本课导航 · LESSON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0242E"/>
                </a:solidFill>
                <a:latin typeface="楷体"/>
                <a:ea typeface="楷体"/>
              </a:rPr>
              <a:t>文言文得分的五个关口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一、实词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一词多义、古今异义、通假、词类活用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二、虚词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之、以、而、其、于——高频虚词的用法辨析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三、句式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判断、被动、省略、倒装，读通特殊句式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四、翻译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字字落实，直译为主，信达为要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五、断句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抓标志、明结构，把句子断准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wenyan_shici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B8894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F1EA"/>
                </a:solidFill>
                <a:latin typeface="楷体"/>
                <a:ea typeface="楷体"/>
              </a:rPr>
              <a:t>实词与虚词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4F1EA"/>
                </a:solidFill>
                <a:latin typeface="微软雅黑"/>
                <a:ea typeface="微软雅黑"/>
              </a:rPr>
              <a:t>文言的根基——先过字词关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实词 · 四类考点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E"/>
                </a:solidFill>
                <a:latin typeface="楷体"/>
                <a:ea typeface="楷体"/>
              </a:rPr>
              <a:t>实词是文言阅读的地基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四种常见现象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一词多义：结合语境定义项，忌生搬硬套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古今异义：如“妻子”“地方”“可以”，古今大不同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通假字：音近或形近替代，据音义还原本字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5129783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03834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词类活用：名词作动词、使动、意动、为动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推断实词五法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语境推断：上下文照应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结构推断：对偶、排比中同位互训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语法推断：看词在句中充当的成分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129783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503834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字形推断：形旁表意；联想推断：迁移课内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wenyan_juishi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0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79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虚词 · 化繁为简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9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20242E"/>
                </a:solidFill>
                <a:latin typeface="楷体"/>
                <a:ea typeface="楷体"/>
              </a:rPr>
              <a:t>高频虚词怎么记？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7" y="233172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9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“之”：作代词、助词（的/取独/宾语前置标志）、动词（往、到）。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“以”：介词（用、凭、因为）、连词（表目的/结果/修饰）、动词（认为）。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“而”：连词，辨清并列、承接、递进、转折、修饰五种关系。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方法：把虚词代回原句，看它连接什么、充当什么——用法自明。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wenyan_fanyi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B8894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F1EA"/>
                </a:solidFill>
                <a:latin typeface="楷体"/>
                <a:ea typeface="楷体"/>
              </a:rPr>
              <a:t>句式与翻译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4F1EA"/>
                </a:solidFill>
                <a:latin typeface="微软雅黑"/>
                <a:ea typeface="微软雅黑"/>
              </a:rPr>
              <a:t>读通句子，才谈得上读懂文章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句式 · 四种特殊句式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E"/>
                </a:solidFill>
                <a:latin typeface="楷体"/>
                <a:ea typeface="楷体"/>
              </a:rPr>
              <a:t>识别句式，是翻译准确的前提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判断句 &amp; 被动句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判断句：“……者，……也”“……，……也”，或用“乃/为/则”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被动句：“为……所……”“见……于……”，或意念被动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识别标志词，翻译时补出“是”“被”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省略句 &amp; 倒装句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省略句：省主语、宾语、介词，翻译时括号补全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倒装句：宾语前置、状语后置、定语后置、主谓倒装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翻译时按现代汉语语序还原调整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wenyan_fanyi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6842455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翻译 · 六字诀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20242E"/>
                </a:solidFill>
                <a:latin typeface="楷体"/>
                <a:ea typeface="楷体"/>
              </a:rPr>
              <a:t>字字落实的翻译方法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33172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留：人名、地名、官名、年号等专有名词保留不译。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删：删去无实义的发语词、语气助词（夫、盖、之、也）。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换：把单音节词换成现代双音节词，古今异义换成今义。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补：补出省略的成分，使句子完整通顺。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调：调整倒装语序，符合现代汉语习惯。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贯：直译为主，个别难句意译贯通，力求“信、达、雅”。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wenyan_quote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35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B8894B"/>
                </a:solidFill>
                <a:latin typeface="Georgia"/>
                <a:ea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9235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1">
                <a:solidFill>
                  <a:srgbClr val="F4F1EA"/>
                </a:solidFill>
                <a:latin typeface="楷体"/>
                <a:ea typeface="楷体"/>
              </a:rPr>
              <a:t>古之学者必有师。师者，所以传道受业解惑也。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1328" y="521208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3949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00">
                <a:solidFill>
                  <a:srgbClr val="F4F1EA"/>
                </a:solidFill>
                <a:latin typeface="微软雅黑"/>
                <a:ea typeface="微软雅黑"/>
              </a:rPr>
              <a:t>—— 韩愈《师说》· 判断句式，开宗明义，气象堂正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wenyan_duanju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0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79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断句 · 抓标志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9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20242E"/>
                </a:solidFill>
                <a:latin typeface="楷体"/>
                <a:ea typeface="楷体"/>
              </a:rPr>
              <a:t>没有标点，如何断句？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7" y="233172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9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先通文意：读懂大意再断，切忌见词就断。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抓名代：主语、宾语（人名、地名、官名）常在句首句尾，前后可断。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抓虚词：“夫、盖、故”常在句首；“也、矣、乎、焉”常在句尾。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抓对称：排比、对偶结构整齐，可据句式对称处断开。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抓对话：“曰”“云”后多为引语，是断句的明显标志。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内容 · 概括与分析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E"/>
                </a:solidFill>
                <a:latin typeface="楷体"/>
                <a:ea typeface="楷体"/>
              </a:rPr>
              <a:t>读懂文脉，答对信息题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常见题型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文言实词/虚词辨析（选择）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断句（选择或主观）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文化常识判断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5129783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03834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内容理解与概括分析（选择）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概括分析题避坑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张冠李戴：把甲的事安到乙头上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无中生有：选项添加原文没有的信息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曲解文意：故意错译关键词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129783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503834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时序颠倒：把事件先后顺序弄反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解题 · 通用流程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0242E"/>
                </a:solidFill>
                <a:latin typeface="楷体"/>
                <a:ea typeface="楷体"/>
              </a:rPr>
              <a:t>拿到一篇文言文，这样读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速读通大意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抓人物、事件、时间线，建立整体印象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借题读文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先看概括分析题，用选项帮助理解原文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字词精推断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遇难词用五法推断，联系课内已学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翻译六字诀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字字落实、语序还原，踩准采分点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断句抓标志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文意为先，虚词名代对称为辅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wenyan_close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4F1EA"/>
                </a:solidFill>
                <a:latin typeface="楷体"/>
                <a:ea typeface="楷体"/>
              </a:rPr>
              <a:t>读通文言，是与古人对话的能力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1" y="2971800"/>
            <a:ext cx="82296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9601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文言文没有捷径，却有方法——课内实词虚词是根，规范方法是干，多读多译是枝叶。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把课本读透，把方法用熟，那些看似艰深的字句，终会在你眼前豁然开朗。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4F1EA"/>
                </a:solidFill>
                <a:latin typeface="Georgia"/>
                <a:ea typeface="Georgia"/>
              </a:rPr>
              <a:t>语文组 · 高三文言专题 · 下课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