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508f153fe64c53" /><Relationship Type="http://schemas.openxmlformats.org/officeDocument/2006/relationships/extended-properties" Target="/docProps/app.xml" Id="R72e8cd970b3046ea" /><Relationship Type="http://schemas.openxmlformats.org/officeDocument/2006/relationships/officeDocument" Target="/ppt/presentation.xml" Id="R1e1209fedaf8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3845b2b72f497c"/>
  </p:sldMasterIdLst>
  <p:notesMasterIdLst>
    <p:notesMasterId xmlns:r="http://schemas.openxmlformats.org/officeDocument/2006/relationships" r:id="R23a19e435cef4249"/>
  </p:notesMasterIdLst>
  <p:sldIdLst>
    <p:sldId xmlns:r="http://schemas.openxmlformats.org/officeDocument/2006/relationships" id="256" r:id="R57b362f9511e4339"/>
    <p:sldId xmlns:r="http://schemas.openxmlformats.org/officeDocument/2006/relationships" id="257" r:id="R9d668419ba434731"/>
    <p:sldId xmlns:r="http://schemas.openxmlformats.org/officeDocument/2006/relationships" id="258" r:id="Re07acb0cfade4369"/>
    <p:sldId xmlns:r="http://schemas.openxmlformats.org/officeDocument/2006/relationships" id="259" r:id="R22fc8a2ec1e14f3b"/>
    <p:sldId xmlns:r="http://schemas.openxmlformats.org/officeDocument/2006/relationships" id="260" r:id="R22ebc1a2d8e344a4"/>
    <p:sldId xmlns:r="http://schemas.openxmlformats.org/officeDocument/2006/relationships" id="261" r:id="R3b133f06b62245df"/>
    <p:sldId xmlns:r="http://schemas.openxmlformats.org/officeDocument/2006/relationships" id="262" r:id="R19e865d851e54c00"/>
    <p:sldId xmlns:r="http://schemas.openxmlformats.org/officeDocument/2006/relationships" id="263" r:id="R10529fef34aa4ea6"/>
    <p:sldId xmlns:r="http://schemas.openxmlformats.org/officeDocument/2006/relationships" id="264" r:id="Rf1ca1240882e4835"/>
    <p:sldId xmlns:r="http://schemas.openxmlformats.org/officeDocument/2006/relationships" id="265" r:id="R733c412d61af40c9"/>
    <p:sldId xmlns:r="http://schemas.openxmlformats.org/officeDocument/2006/relationships" id="266" r:id="Rdb4153d57ad14ef3"/>
    <p:sldId xmlns:r="http://schemas.openxmlformats.org/officeDocument/2006/relationships" id="267" r:id="R715e9cbc15224f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3a57da1cb4ba7" /><Relationship Type="http://schemas.openxmlformats.org/officeDocument/2006/relationships/slideMaster" Target="/ppt/slideMasters/slideMaster1.xml" Id="Rd93845b2b72f497c" /><Relationship Type="http://schemas.openxmlformats.org/officeDocument/2006/relationships/notesMaster" Target="/ppt/notesMasters/notesMaster1.xml" Id="R23a19e435cef4249" /><Relationship Type="http://schemas.openxmlformats.org/officeDocument/2006/relationships/presProps" Target="/ppt/presProps.xml" Id="R213e256a885849ba" /><Relationship Type="http://schemas.openxmlformats.org/officeDocument/2006/relationships/tableStyles" Target="/ppt/tableStyles.xml" Id="R25cc81d931b54918" /><Relationship Type="http://schemas.openxmlformats.org/officeDocument/2006/relationships/slide" Target="/ppt/slides/slide1.xml" Id="R57b362f9511e4339" /><Relationship Type="http://schemas.openxmlformats.org/officeDocument/2006/relationships/slide" Target="/ppt/slides/slide2.xml" Id="R9d668419ba434731" /><Relationship Type="http://schemas.openxmlformats.org/officeDocument/2006/relationships/slide" Target="/ppt/slides/slide3.xml" Id="Re07acb0cfade4369" /><Relationship Type="http://schemas.openxmlformats.org/officeDocument/2006/relationships/slide" Target="/ppt/slides/slide4.xml" Id="R22fc8a2ec1e14f3b" /><Relationship Type="http://schemas.openxmlformats.org/officeDocument/2006/relationships/slide" Target="/ppt/slides/slide5.xml" Id="R22ebc1a2d8e344a4" /><Relationship Type="http://schemas.openxmlformats.org/officeDocument/2006/relationships/slide" Target="/ppt/slides/slide6.xml" Id="R3b133f06b62245df" /><Relationship Type="http://schemas.openxmlformats.org/officeDocument/2006/relationships/slide" Target="/ppt/slides/slide7.xml" Id="R19e865d851e54c00" /><Relationship Type="http://schemas.openxmlformats.org/officeDocument/2006/relationships/slide" Target="/ppt/slides/slide8.xml" Id="R10529fef34aa4ea6" /><Relationship Type="http://schemas.openxmlformats.org/officeDocument/2006/relationships/slide" Target="/ppt/slides/slide9.xml" Id="Rf1ca1240882e4835" /><Relationship Type="http://schemas.openxmlformats.org/officeDocument/2006/relationships/slide" Target="/ppt/slides/slide10.xml" Id="R733c412d61af40c9" /><Relationship Type="http://schemas.openxmlformats.org/officeDocument/2006/relationships/slide" Target="/ppt/slides/slide11.xml" Id="Rdb4153d57ad14ef3" /><Relationship Type="http://schemas.openxmlformats.org/officeDocument/2006/relationships/slide" Target="/ppt/slides/slide12.xml" Id="R715e9cbc15224f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f5aece905d4d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57cfba0d0c4d3d" /><Relationship Type="http://schemas.openxmlformats.org/officeDocument/2006/relationships/notesMaster" Target="/ppt/notesMasters/notesMaster1.xml" Id="Rb70e1895c7c644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6582b5c2fd4dbf" /><Relationship Type="http://schemas.openxmlformats.org/officeDocument/2006/relationships/notesMaster" Target="/ppt/notesMasters/notesMaster1.xml" Id="Rabd37a99b80f45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56d75647646aa" /><Relationship Type="http://schemas.openxmlformats.org/officeDocument/2006/relationships/notesMaster" Target="/ppt/notesMasters/notesMaster1.xml" Id="R5cfd5c99fb8a47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c203df8ca4975" /><Relationship Type="http://schemas.openxmlformats.org/officeDocument/2006/relationships/notesMaster" Target="/ppt/notesMasters/notesMaster1.xml" Id="R5e11c13143ca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b4646143ee4250" /><Relationship Type="http://schemas.openxmlformats.org/officeDocument/2006/relationships/notesMaster" Target="/ppt/notesMasters/notesMaster1.xml" Id="R42aa12d2471545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245eeb66ed4d9d" /><Relationship Type="http://schemas.openxmlformats.org/officeDocument/2006/relationships/notesMaster" Target="/ppt/notesMasters/notesMaster1.xml" Id="R9ad554868f4542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66ae5cc9014848" /><Relationship Type="http://schemas.openxmlformats.org/officeDocument/2006/relationships/notesMaster" Target="/ppt/notesMasters/notesMaster1.xml" Id="R585e610cfa8a4a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7f7b8ad4ce439d" /><Relationship Type="http://schemas.openxmlformats.org/officeDocument/2006/relationships/notesMaster" Target="/ppt/notesMasters/notesMaster1.xml" Id="R51b52fdeb0cb41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c85e56aff74b7e" /><Relationship Type="http://schemas.openxmlformats.org/officeDocument/2006/relationships/notesMaster" Target="/ppt/notesMasters/notesMaster1.xml" Id="R30a9ef65045340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bb3221edbf4530" /><Relationship Type="http://schemas.openxmlformats.org/officeDocument/2006/relationships/notesMaster" Target="/ppt/notesMasters/notesMaster1.xml" Id="Rcb76e19993ce45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18f2dc1ee042f9" /><Relationship Type="http://schemas.openxmlformats.org/officeDocument/2006/relationships/notesMaster" Target="/ppt/notesMasters/notesMaster1.xml" Id="R0decb11db1704f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919a87c21a4a27" /><Relationship Type="http://schemas.openxmlformats.org/officeDocument/2006/relationships/notesMaster" Target="/ppt/notesMasters/notesMaster1.xml" Id="R3a958075924c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bca3e7e07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b2afa20b542ab" /><Relationship Type="http://schemas.openxmlformats.org/officeDocument/2006/relationships/slideLayout" Target="/ppt/slideLayouts/slideLayout1.xml" Id="R5d098f411c0a43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98f411c0a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2df64357848bb" /><Relationship Type="http://schemas.openxmlformats.org/officeDocument/2006/relationships/notesSlide" Target="/ppt/notesSlides/notesSlide1.xml" Id="Rb810b9b73ac3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6f158d8cf417b" /><Relationship Type="http://schemas.openxmlformats.org/officeDocument/2006/relationships/notesSlide" Target="/ppt/notesSlides/notesSlide2.xml" Id="R1101740c253e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fe1cf03a340bd" /><Relationship Type="http://schemas.openxmlformats.org/officeDocument/2006/relationships/notesSlide" Target="/ppt/notesSlides/notesSlide3.xml" Id="R152927a09a2c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3a0499d4a4ed3" /><Relationship Type="http://schemas.openxmlformats.org/officeDocument/2006/relationships/image" Target="/ppt/media/image.png" Id="Reca922205b6b47c5" /><Relationship Type="http://schemas.openxmlformats.org/officeDocument/2006/relationships/notesSlide" Target="/ppt/notesSlides/notesSlide4.xml" Id="R6d6c6f0e0dcc44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7fb55839447aa" /><Relationship Type="http://schemas.openxmlformats.org/officeDocument/2006/relationships/image" Target="/ppt/media/image2.png" Id="R5299425a42954408" /><Relationship Type="http://schemas.openxmlformats.org/officeDocument/2006/relationships/notesSlide" Target="/ppt/notesSlides/notesSlide5.xml" Id="R42cda79de3964a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2eab11ed24682" /><Relationship Type="http://schemas.openxmlformats.org/officeDocument/2006/relationships/notesSlide" Target="/ppt/notesSlides/notesSlide6.xml" Id="R9e26e7adc3b64f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4bf6f8fbd4b21" /><Relationship Type="http://schemas.openxmlformats.org/officeDocument/2006/relationships/image" Target="/ppt/media/image3.png" Id="Ra4a4942fe5264f12" /><Relationship Type="http://schemas.openxmlformats.org/officeDocument/2006/relationships/notesSlide" Target="/ppt/notesSlides/notesSlide7.xml" Id="Rab7dfcc0ac0445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76c7f62884ed2" /><Relationship Type="http://schemas.openxmlformats.org/officeDocument/2006/relationships/notesSlide" Target="/ppt/notesSlides/notesSlide8.xml" Id="R0b903c30206244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3f5a372d14c1a" /><Relationship Type="http://schemas.openxmlformats.org/officeDocument/2006/relationships/notesSlide" Target="/ppt/notesSlides/notesSlide9.xml" Id="R623320c804b944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8b423b5d747c1" /><Relationship Type="http://schemas.openxmlformats.org/officeDocument/2006/relationships/notesSlide" Target="/ppt/notesSlides/notesSlide10.xml" Id="R5b821244e0a84d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e58f5f0e4472" /><Relationship Type="http://schemas.openxmlformats.org/officeDocument/2006/relationships/notesSlide" Target="/ppt/notesSlides/notesSlide11.xml" Id="R30c8dbad96cc45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ac0f749284719" /><Relationship Type="http://schemas.openxmlformats.org/officeDocument/2006/relationships/notesSlide" Target="/ppt/notesSlides/notesSlide12.xml" Id="R59613f69110b40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43028F16-4A10-4F50-A232-8B474CBD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B36A1A85-42F9-408D-9543-9725124D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F76FFA75-280A-4A32-9EF7-6D41C0F5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23C2AE91-F4C9-4229-8B2B-6F18E4D1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DFB98BA7-9851-4032-8E30-0108A10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50BEC68E-1102-4113-88CF-0D10DDB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E6605EF0-0F43-4DF3-9320-6FBFCEB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导数的概念与几何意义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955AF58-6D2C-42FD-801B-9B81BE6D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C4FE53E9-6E6A-46F2-BD12-0411693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从平均变化率到瞬时变化率——用切线读懂局部变化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D0B1B955-B2EE-4D10-9C98-82D4CA3B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688CD6C8-0284-4B1D-8BF6-0F97C900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导数同时描述瞬时变化率、切线斜率与局部线性近似。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823F3365-A735-4322-92BA-6E843EA4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01 讲</a:t>
            </a:r>
          </a:p>
        </p:txBody>
      </p:sp>
    </p:spTree>
    <p:extLst>
      <p:ext uri="{BB962C8B-B14F-4D97-AF65-F5344CB8AC3E}">
        <p14:creationId xmlns:p14="http://schemas.microsoft.com/office/powerpoint/2010/main" val="1193884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F9407099-EA77-4DF2-98EB-85E0F946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2922E21D-CD65-49B2-B36A-F6AAE5C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E6DE1FCA-22A4-428A-BB57-F0FF499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EDF53A58-C108-4C71-AF83-75494D9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5826DD66-F7BC-465A-950D-EB5F73A0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只知道一段时间的平均速度，怎样描述某一瞬间的速度？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09E23352-0B1F-413F-83C9-C9C1D3C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021D99BE-DF70-46DD-AB0C-00F22DF2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A08999E-22C2-4F8D-801F-A0395FE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2773EF82-1AC6-4837-8AC5-32ADE87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32B2C5D-1D8E-40D4-A11E-F5870B0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431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6DBAF9E6-D86D-4118-8D61-5893D644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D630551B-758F-4C14-9ED2-3DFD08DB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ED83876D-1D4A-4272-B19E-EB3EFA2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93B43BB3-D70C-4DDA-B4B6-76FEA61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015CDCFC-D653-4227-904B-CB6327D2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7086C510-DD83-43F2-8011-629CB7D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2EC5DF06-3881-4834-BD56-309C7C5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E244D84B-426F-4DE7-AA30-EE8F5BC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56CDCFCA-636C-4A41-8D04-83FB48EA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07DD85BC-4AD7-4EFC-84DB-35FE8FD2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9B41A9D6-049B-4289-8799-CBFD75B4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C65E6294-67FE-47F3-B53B-DC92782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81837C3D-7E01-45BF-B416-A157A5BA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BEC63566-74D5-47DA-ABE9-B718430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12C63896-FE05-4740-BBB0-1770DE6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8981CE4F-6B4E-4D29-BA60-8ABBB27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6775A14-F23D-4B93-813E-0B00989F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F22740EA-8B06-4DD7-BCB2-43430AFB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E9B98CEC-0FB9-4423-B61A-D023A9BC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9219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4FD92746-AEC2-4211-8287-BAC800AE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527E69BF-DC85-4B14-8339-893B7760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割线不断靠近，最终显露切线方向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B2B30C5F-8A26-479C-B1E1-BF7789AC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02EB5AF7-591C-42B0-8B5C-659B7D2E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6C26CCEA-CB8F-4A9E-ABCB-A16AC4E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两点间的平均变化，怎样压缩成一点处的局部变化？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B61DDC88-383A-43C1-A13C-65CAF71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5F0AE5DA-127E-4FE9-9065-DD5435F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922205b6b47c5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12574FB-977B-4A70-A1B2-8224BAD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735D236E-4302-4E06-AE78-A225D19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788D5E1-23C0-406A-91DB-A559160B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8267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9425a4295440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91C21E6D-024B-4808-9AA8-3DFF162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F9CADDDC-F2AE-42D4-AEC5-1A1AD3D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30625E3-28C1-4FAB-8EE3-52A031E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6142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C11AB880-FC05-4B37-A874-5037472E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14587C9B-9A8D-4EE0-BCA1-58FB4F3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33590FE4-5805-434A-A453-A3F37CE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47CE2334-AED8-4BE3-BAA7-C340531D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FC12B204-17C6-4AA2-B471-A50952C4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B1BB4FBD-94B7-4EDB-8A3C-41D54B0C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平均变化率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3019897E-2E47-4EB4-ADF5-0C26A30A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用一个小区间内函数值的变化，衡量整体快慢。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A542F46E-8E7E-4FAC-B725-C35AEE6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6BF8E4E4-2235-4A0D-B0CA-BE876ADA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59E24C91-05D9-4412-B3FD-8637C34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瞬时变化率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3FB4D2DE-55A2-4CFC-9AEE-65E36A8F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让区间长度无限缩小，观察差商是否趋于稳定。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C6BE6063-C1B7-4A40-9749-2913876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EDE197DE-8A69-46F9-B3F5-0C1D1ECC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E720E9C2-9EEF-463E-B3E2-296355A9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几何意义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A0968437-FE0F-4B87-83E7-01F75A8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稳定下来的极限，就是曲线在该点的切线斜率。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9CD8673E-998A-4DD4-87B2-D682828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D693C484-031C-44C5-B72B-57D890B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导数同时描述瞬时变化率、切线斜率与局部线性近似。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8F00162-DE8A-47A2-84A8-484BEB1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08E8DBF4-BC93-46EC-A64E-83F15A8E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FE1A639-32BB-4F6A-911C-2C1E713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4007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4942fe5264f1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0565A59D-A8BA-4C64-9ED3-80B3DF6B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08F73304-07C4-4488-961D-5088795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612EF4D-CF97-4E83-9364-FAF09F1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9820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C09842D2-3286-4440-96E9-4FD7825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97025BE1-E908-4E0B-8E94-8A0A6902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8E61C387-051F-4F20-A0AB-C9A4ED16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5385C90B-739D-40A8-BF79-228C73A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DEF16338-DAD0-4CED-9AC3-91790C2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A31820B6-F441-4428-8123-78CC892E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确定研究点与增量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0426D00F-F2E4-429E-A2FC-CBC2C273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E7DE9E3A-5E50-4D27-8227-9402F59B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C0436227-6979-4B0E-A39F-1410C3A7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C29B3682-E267-44BE-85F7-68088E47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写出函数值之差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885F3BBC-AF35-4004-A91D-0D16FE8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9FC4DACA-0E39-48B3-9212-11E49EF0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21C40B88-DEFF-452F-8883-5B736CA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46BAF885-3085-4582-BB66-EFCC7066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形成差商并化简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BEDEB7C3-B131-4D4A-92EB-6794330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F3FD2E94-DF5C-4881-8DFD-7CE9F9BA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CA885B3E-DD7F-4840-9DE7-0DC81B3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B076D500-9472-42F6-AAE1-CFAE8160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最后才让增量趋近于零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32F299B6-4E34-404A-9043-72C773A1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9902D49B-8BC3-4098-A844-08EEB75E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29E386CA-A0A5-4E26-BAB2-DDC179E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4B467163-9C35-47C4-A287-DC7F6B11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30E7240-A2A3-4FE8-AEF4-363F5E0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0971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1B4BF7DD-C076-48C8-90B7-061FA41D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AC9C79DC-D4B7-46DC-AA7B-4E4CC4A1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9A5AA0E3-AF4F-425D-A131-B216231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BC5B95A5-E642-43A6-8DB8-426F29C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3D13C5EC-A031-49EE-8BC5-119A28AB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2563EB36-642C-482A-B159-AB693D55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直接令增量为零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75FAB08F-71E3-4ABF-887E-CBBD4CE2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作商阶段分母不能为零。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72F43446-CB5D-40A6-AB0A-38C509DA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E2D06B66-6285-4AF4-A31F-E1551D1D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E321A92F-6D16-4670-9CFE-634F4066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用交点个数定义切线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C7FAE354-ACEC-400D-BA32-FF11D50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切线是割线的极限位置。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8DD789DA-434F-4FDA-828A-7CDF0BB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D80CA2EF-DEDC-49AE-9159-48F54916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A770EC47-4A8D-42EF-AD05-E9C1B3E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连续必可导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D1B8A331-0D3D-4CB0-B2F9-EF081571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尖点处可连续但不可导。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820C6AE3-53E2-43A5-891D-B8DE7DC9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4E69EFE6-C899-4C45-B549-7324EA1B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1A95AA60-B613-4E26-B977-8B043E3E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451494FA-EEA0-4D66-AA63-7F7D30E4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4B9A9561-3C90-4D2C-A804-E8DA0C9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2760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CF852D2B-3D2D-49FD-907D-2F22D40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6B2E48F3-47FE-4D8E-8EC0-D673CB18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D56E6544-807D-49F2-B4AC-4E3D0879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D59B996B-AB27-4642-B1BA-55F5C1FF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运动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F760B298-5126-4A5B-84EF-D994476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1D484AA9-9311-4759-864A-12FFB9C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把一段时间的平均速度压缩为某时刻的瞬时速度。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7022B7CF-B788-4E20-A725-3E1605A8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图像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6F823C1C-6C5A-489C-8D75-276C1D00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5B994703-BD2D-4A4D-A888-FEFB0ABD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用切线斜率判断局部上升、下降与平缓程度。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AD43CFDC-40E8-4551-BD24-F019DA0A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近似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F1367F4C-8CA3-4A4E-9225-D095D75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8DC9BC6C-5F3B-4BFB-8102-08E229E6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在足够小的邻域，用切线代替光滑曲线。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30B5990A-EE2E-458C-BD1F-647A7581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8C58E37A-531E-4876-AB56-B6C2A360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685A691D-F69E-40D0-9008-AE3443C6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764B54CE-4F93-4317-808E-0CBB39E7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E2124397-B309-4E22-B026-9DBD788D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0447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CFDD5BCA-4DFF-4092-8E2F-9DB08707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CD5A9B33-C18F-404A-8FC5-50427957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FBD5A46D-222A-4854-B79F-350C9C77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A4034836-AB3B-401E-BE0C-009A4073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DBD0AA4D-458B-46F9-9C5D-600AE6C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BA63BCD6-F9BF-4102-ACE7-53D12CD5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221AA60B-AFA9-48D3-9D13-9576716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用导数定义说明二次函数在指定点的瞬时变化率如何得到。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3A886055-411A-4E12-BE73-A858767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F4ED499E-FC49-420C-B391-E98797F5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418F7EF8-B537-4E0C-9650-49A31C9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观察带尖点的函数图像，判断该点为何不可导。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848E88FE-A13F-41AE-9AC2-D7DF5C4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1EF5F431-027E-44CA-A101-C84FDE1A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65CC6BF9-2D90-45B2-A2ED-5452969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FA41D32C-DBD8-4A07-ADC3-AE7FDF76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C43F60E1-3269-4480-8F2E-2E52EE7A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1412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CE1AB37F-658C-46DB-8CCF-CC90AB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26564B92-3E6C-4A63-986C-E40E74B0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7D7473E3-AF56-4686-8140-972534CD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31A8DF6C-357A-45BF-A84B-291F1CA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EC65E984-E454-47B2-AA25-951F6D6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差商刻画区间平均变化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60550310-236D-4D98-9146-E5CED970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ECFB62D0-02F6-431A-9548-0C93DCCC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5A9D0C0B-D2DD-4B90-8F42-DF4B641D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极限把区间压缩到一点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5184DF56-9072-47F4-B2E4-F4556F4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A0E59E6D-F53A-48D1-94AB-765E997D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81CE6443-97FA-432B-B68B-1E23D324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导数值就是切线斜率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6716D163-8DB1-4B8B-9577-A1A0DCD2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67F04543-8F74-4D6D-B561-8C025DF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离堂检验：用自己的话解释“导数同时描述瞬时变化率、切线斜率与局部线性近似。”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B7827DCC-D491-4C05-B589-68B47365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462103E3-8D3C-4D14-A2F2-A325CE47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导数的概念与几何意义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F224164E-1A02-494E-9259-8A45491E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9815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2026-07-22T03:48:48.8780000Z</dcterms:created>
  <dcterms:modified xsi:type="dcterms:W3CDTF">2026-07-22T03:48:48.8780000Z</dcterms:modified>
</coreProperties>
</file>