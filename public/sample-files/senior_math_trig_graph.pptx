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0ed04c6f749f8" /><Relationship Type="http://schemas.openxmlformats.org/officeDocument/2006/relationships/extended-properties" Target="/docProps/app.xml" Id="Ree902bfe4f3448a1" /><Relationship Type="http://schemas.openxmlformats.org/officeDocument/2006/relationships/officeDocument" Target="/ppt/presentation.xml" Id="R267964b6f2e1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392c2ad347468c"/>
  </p:sldMasterIdLst>
  <p:notesMasterIdLst>
    <p:notesMasterId xmlns:r="http://schemas.openxmlformats.org/officeDocument/2006/relationships" r:id="R1e55c0c05fe349a8"/>
  </p:notesMasterIdLst>
  <p:sldIdLst>
    <p:sldId xmlns:r="http://schemas.openxmlformats.org/officeDocument/2006/relationships" id="256" r:id="R248ff96120b3402c"/>
    <p:sldId xmlns:r="http://schemas.openxmlformats.org/officeDocument/2006/relationships" id="257" r:id="Re17be0ea98e54e7d"/>
    <p:sldId xmlns:r="http://schemas.openxmlformats.org/officeDocument/2006/relationships" id="258" r:id="R2be16739ff0b4f29"/>
    <p:sldId xmlns:r="http://schemas.openxmlformats.org/officeDocument/2006/relationships" id="259" r:id="R28be0ffdd3c84a10"/>
    <p:sldId xmlns:r="http://schemas.openxmlformats.org/officeDocument/2006/relationships" id="260" r:id="Re741a26c48cc4e52"/>
    <p:sldId xmlns:r="http://schemas.openxmlformats.org/officeDocument/2006/relationships" id="261" r:id="R0e7d1383b7994723"/>
    <p:sldId xmlns:r="http://schemas.openxmlformats.org/officeDocument/2006/relationships" id="262" r:id="R94cd2a8102d647f3"/>
    <p:sldId xmlns:r="http://schemas.openxmlformats.org/officeDocument/2006/relationships" id="263" r:id="R4eff2f60abe94d06"/>
    <p:sldId xmlns:r="http://schemas.openxmlformats.org/officeDocument/2006/relationships" id="264" r:id="R78896f6e146d421a"/>
    <p:sldId xmlns:r="http://schemas.openxmlformats.org/officeDocument/2006/relationships" id="265" r:id="R4589ad2d5d6b4e95"/>
    <p:sldId xmlns:r="http://schemas.openxmlformats.org/officeDocument/2006/relationships" id="266" r:id="R13ad76b946524081"/>
    <p:sldId xmlns:r="http://schemas.openxmlformats.org/officeDocument/2006/relationships" id="267" r:id="Rba97b582ae334f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e4fd57d2da48bc" /><Relationship Type="http://schemas.openxmlformats.org/officeDocument/2006/relationships/slideMaster" Target="/ppt/slideMasters/slideMaster1.xml" Id="Rd2392c2ad347468c" /><Relationship Type="http://schemas.openxmlformats.org/officeDocument/2006/relationships/notesMaster" Target="/ppt/notesMasters/notesMaster1.xml" Id="R1e55c0c05fe349a8" /><Relationship Type="http://schemas.openxmlformats.org/officeDocument/2006/relationships/presProps" Target="/ppt/presProps.xml" Id="R35d190f869f84509" /><Relationship Type="http://schemas.openxmlformats.org/officeDocument/2006/relationships/tableStyles" Target="/ppt/tableStyles.xml" Id="Re6520849efb74d49" /><Relationship Type="http://schemas.openxmlformats.org/officeDocument/2006/relationships/slide" Target="/ppt/slides/slide1.xml" Id="R248ff96120b3402c" /><Relationship Type="http://schemas.openxmlformats.org/officeDocument/2006/relationships/slide" Target="/ppt/slides/slide2.xml" Id="Re17be0ea98e54e7d" /><Relationship Type="http://schemas.openxmlformats.org/officeDocument/2006/relationships/slide" Target="/ppt/slides/slide3.xml" Id="R2be16739ff0b4f29" /><Relationship Type="http://schemas.openxmlformats.org/officeDocument/2006/relationships/slide" Target="/ppt/slides/slide4.xml" Id="R28be0ffdd3c84a10" /><Relationship Type="http://schemas.openxmlformats.org/officeDocument/2006/relationships/slide" Target="/ppt/slides/slide5.xml" Id="Re741a26c48cc4e52" /><Relationship Type="http://schemas.openxmlformats.org/officeDocument/2006/relationships/slide" Target="/ppt/slides/slide6.xml" Id="R0e7d1383b7994723" /><Relationship Type="http://schemas.openxmlformats.org/officeDocument/2006/relationships/slide" Target="/ppt/slides/slide7.xml" Id="R94cd2a8102d647f3" /><Relationship Type="http://schemas.openxmlformats.org/officeDocument/2006/relationships/slide" Target="/ppt/slides/slide8.xml" Id="R4eff2f60abe94d06" /><Relationship Type="http://schemas.openxmlformats.org/officeDocument/2006/relationships/slide" Target="/ppt/slides/slide9.xml" Id="R78896f6e146d421a" /><Relationship Type="http://schemas.openxmlformats.org/officeDocument/2006/relationships/slide" Target="/ppt/slides/slide10.xml" Id="R4589ad2d5d6b4e95" /><Relationship Type="http://schemas.openxmlformats.org/officeDocument/2006/relationships/slide" Target="/ppt/slides/slide11.xml" Id="R13ad76b946524081" /><Relationship Type="http://schemas.openxmlformats.org/officeDocument/2006/relationships/slide" Target="/ppt/slides/slide12.xml" Id="Rba97b582ae33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4f3e91bc2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90688aa8a4867" /><Relationship Type="http://schemas.openxmlformats.org/officeDocument/2006/relationships/notesMaster" Target="/ppt/notesMasters/notesMaster1.xml" Id="R4414bf34e6f74a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cb0533165b4486" /><Relationship Type="http://schemas.openxmlformats.org/officeDocument/2006/relationships/notesMaster" Target="/ppt/notesMasters/notesMaster1.xml" Id="R043dd242ec204d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bb5b1cdfba451c" /><Relationship Type="http://schemas.openxmlformats.org/officeDocument/2006/relationships/notesMaster" Target="/ppt/notesMasters/notesMaster1.xml" Id="Re4c15fe599e44a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5f354db004e14" /><Relationship Type="http://schemas.openxmlformats.org/officeDocument/2006/relationships/notesMaster" Target="/ppt/notesMasters/notesMaster1.xml" Id="R9e9b4f14fffe4d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4b21d5b56b49d6" /><Relationship Type="http://schemas.openxmlformats.org/officeDocument/2006/relationships/notesMaster" Target="/ppt/notesMasters/notesMaster1.xml" Id="R21c676821cf8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828748ee204a1b" /><Relationship Type="http://schemas.openxmlformats.org/officeDocument/2006/relationships/notesMaster" Target="/ppt/notesMasters/notesMaster1.xml" Id="R80ab9ed141594d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3590ea96c54b36" /><Relationship Type="http://schemas.openxmlformats.org/officeDocument/2006/relationships/notesMaster" Target="/ppt/notesMasters/notesMaster1.xml" Id="Rdcb3ea7233a847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07a9a2a88c490e" /><Relationship Type="http://schemas.openxmlformats.org/officeDocument/2006/relationships/notesMaster" Target="/ppt/notesMasters/notesMaster1.xml" Id="Rb6f86ceecb7043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3bba8294104e63" /><Relationship Type="http://schemas.openxmlformats.org/officeDocument/2006/relationships/notesMaster" Target="/ppt/notesMasters/notesMaster1.xml" Id="R5289f0bcf4d941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b145ec16264e36" /><Relationship Type="http://schemas.openxmlformats.org/officeDocument/2006/relationships/notesMaster" Target="/ppt/notesMasters/notesMaster1.xml" Id="R60ef149005a948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0e66749fc14a3d" /><Relationship Type="http://schemas.openxmlformats.org/officeDocument/2006/relationships/notesMaster" Target="/ppt/notesMasters/notesMaster1.xml" Id="Ree18a3923a7448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1445d7dacd4d55" /><Relationship Type="http://schemas.openxmlformats.org/officeDocument/2006/relationships/notesMaster" Target="/ppt/notesMasters/notesMaster1.xml" Id="R92ea956af17e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67e157a3740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03d9abedac42b8" /><Relationship Type="http://schemas.openxmlformats.org/officeDocument/2006/relationships/slideLayout" Target="/ppt/slideLayouts/slideLayout1.xml" Id="R26cd5595364548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cd5595364548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0575679a640fc" /><Relationship Type="http://schemas.openxmlformats.org/officeDocument/2006/relationships/notesSlide" Target="/ppt/notesSlides/notesSlide1.xml" Id="Rc436fb802b3f4d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8afd62ed8407f" /><Relationship Type="http://schemas.openxmlformats.org/officeDocument/2006/relationships/notesSlide" Target="/ppt/notesSlides/notesSlide2.xml" Id="R3811b1e4da6c47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1aacf6ed84451" /><Relationship Type="http://schemas.openxmlformats.org/officeDocument/2006/relationships/notesSlide" Target="/ppt/notesSlides/notesSlide3.xml" Id="R699b63555a1b49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0eb3658b40a7" /><Relationship Type="http://schemas.openxmlformats.org/officeDocument/2006/relationships/image" Target="/ppt/media/image.png" Id="Rd3ec34f516e745be" /><Relationship Type="http://schemas.openxmlformats.org/officeDocument/2006/relationships/notesSlide" Target="/ppt/notesSlides/notesSlide4.xml" Id="R308a5bf3f815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8c3f3b16f4676" /><Relationship Type="http://schemas.openxmlformats.org/officeDocument/2006/relationships/image" Target="/ppt/media/image2.png" Id="R93a32ed9b57548d9" /><Relationship Type="http://schemas.openxmlformats.org/officeDocument/2006/relationships/notesSlide" Target="/ppt/notesSlides/notesSlide5.xml" Id="R38929165c6da42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fbbbebecb474b" /><Relationship Type="http://schemas.openxmlformats.org/officeDocument/2006/relationships/notesSlide" Target="/ppt/notesSlides/notesSlide6.xml" Id="Rd1fc71b1e57d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6c14132ac4514" /><Relationship Type="http://schemas.openxmlformats.org/officeDocument/2006/relationships/image" Target="/ppt/media/image3.png" Id="R0370d074e05d4780" /><Relationship Type="http://schemas.openxmlformats.org/officeDocument/2006/relationships/notesSlide" Target="/ppt/notesSlides/notesSlide7.xml" Id="Rf41bb4eddee347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d5ec855ef415a" /><Relationship Type="http://schemas.openxmlformats.org/officeDocument/2006/relationships/notesSlide" Target="/ppt/notesSlides/notesSlide8.xml" Id="Re826267bd1b64c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f94e382de4dec" /><Relationship Type="http://schemas.openxmlformats.org/officeDocument/2006/relationships/notesSlide" Target="/ppt/notesSlides/notesSlide9.xml" Id="R1259aca21d674a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204ec7d5b41bd" /><Relationship Type="http://schemas.openxmlformats.org/officeDocument/2006/relationships/notesSlide" Target="/ppt/notesSlides/notesSlide10.xml" Id="R1510888bf59448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b43c787784496" /><Relationship Type="http://schemas.openxmlformats.org/officeDocument/2006/relationships/notesSlide" Target="/ppt/notesSlides/notesSlide11.xml" Id="R63c688c617f04e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cd52297fc4c39" /><Relationship Type="http://schemas.openxmlformats.org/officeDocument/2006/relationships/notesSlide" Target="/ppt/notesSlides/notesSlide12.xml" Id="Re091757076ef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FC4AE530-5400-4F14-A8BB-C3B0CC25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A8B1B5D7-EF90-428F-8346-3378F8C9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3B4E6317-9784-446C-94F4-750B1EEC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ED04FB0F-A5EE-4B66-9688-56D710F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837F542F-07DB-40AB-A3F6-15E6DAF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9050FA37-BF19-41F1-8A76-B3E1439D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B9BFD702-D671-427A-B187-DC1F6834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三角函数图像与变换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21A1512-67F8-47B5-B90D-74DD2F9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C192D72B-77BC-4204-BDFB-20A6404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从单位圆到简谐运动——四个参数控制一条波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D8629035-3165-4B8C-82DF-9D28DF5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AB51F877-A140-4C8C-9BD3-5AEA7582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正弦图像变换本质上是纵坐标变换与自变量替换。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551ECF40-9E54-42A3-95FA-8BA39E96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06 讲</a:t>
            </a:r>
          </a:p>
        </p:txBody>
      </p:sp>
    </p:spTree>
    <p:extLst>
      <p:ext uri="{BB962C8B-B14F-4D97-AF65-F5344CB8AC3E}">
        <p14:creationId xmlns:p14="http://schemas.microsoft.com/office/powerpoint/2010/main" val="2086081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3920E159-4E62-4BD4-9354-6D2F62F2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AD6AAA8F-86A1-4AE5-B57C-1796D370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76FCB4B7-07CD-4A60-9188-2EEC5D8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5D33F6D2-A61B-4879-9FEE-26A140D9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9ACED321-87A0-4896-98BF-D1A49C9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圆周上的匀速转动，为什么投影会形成上下起伏的波？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F4E15913-DC99-484E-9EB5-646F07F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010F8AFD-8F33-4473-B018-B9856898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5BCDCD9-7ED1-4B3D-B479-94E6AC4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13EFFB04-F72E-4DCC-9C35-EC0F70A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8A66673-C1D1-4F77-B347-53A23457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3871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443AAD0C-3744-4F79-91E8-4F6EA8F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71FF791F-6734-46BE-8562-02B8C53F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6EF95931-13EB-452C-A9B5-FFBEDAF4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36606045-6028-4A70-B2DE-1EDA98D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EEE5D394-57A4-4306-8181-908641A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2A449D14-759C-40E0-9935-C572CF9F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BBF4C4C8-111B-4E80-9524-A36AD81E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7128B934-D998-4126-9254-8CF489AC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E288A7A0-E381-4A4B-8217-EBAE2398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F272AA9E-2D60-4B3B-8817-A5AF053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BB1EB343-8471-49E1-B763-9ABBE750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BEF82263-193A-4BD0-8EA7-FABA2B3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943F6D26-5C14-40B5-ACBA-47E1A21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D0792151-49DA-4564-AC2A-FBC772CC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81FC75BD-5F1D-4125-BF67-02E0E51C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A744BFBD-A30D-4E86-895C-031520E8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3986E09-4689-4BFE-B04F-A2B026F7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B5A009F0-BBD1-46DA-8E14-D681528C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88641E3-9DC3-48B8-9CFC-1A10DF2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2934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6B8FBB5F-B528-4980-BB8F-D1CAB75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3F0F0D1E-1946-4D22-B3FA-865AA1B1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同一条正弦波可以被拉伸、压缩与平移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E5B28930-2DCB-44CA-9BA8-BA3DC62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57141E2C-B9E9-4D30-A487-820F6D05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76F76238-DA9D-4A11-B993-0E6D7A5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振幅、周期与相位变化分别会让图像发生什么改变？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E772AD6E-47EB-4A29-A746-DB5E5158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455863BC-2062-44AA-ABD3-4D509CB0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c34f516e745be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68E9ACC-DB0D-4E56-B912-03475BC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E22F151C-E9E3-4F6A-96B0-D9DCB8DB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93545CF-9ED3-4224-95F1-9E7B20EF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4199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32ed9b57548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143B104B-B78D-47E0-A3E6-2E6879EE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D96022A0-AA39-43A2-87AB-D4EB811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3102374-A957-4E38-A3A8-2276969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8248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320421CD-8042-4FD1-A1E9-1316C62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2349563C-8623-4083-A86D-E93FE9FD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3A5B472E-25B2-48AB-AEA3-83147AD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705465CC-8A40-497C-9BD2-03182150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3012843E-6C6A-43D4-9143-B6BD571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62BE3C2B-5EBC-4F65-9C48-B47EECF9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振幅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8E4CAC16-E098-4F40-B47F-6609706F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控制波峰与波谷相对中心线的最大距离。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AB1C8E3E-861E-4CEE-B1F8-0AF7BFC3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A471E970-62ED-4D40-8F60-2C3D3D7D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21AC36CE-1C12-4EE8-93DF-E680FC6E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周期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B54E5554-9A9D-4317-A09B-003A7FF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由角频率决定，角频率越大，图像横向越紧密。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063672A6-5660-4F40-A3F9-6F4430A5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B1C872C7-DEAD-4206-BFD6-9E0FD1CC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A5CF52BB-30F8-4A3F-B186-47C55F5B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平移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2878F43E-5150-48F2-8608-C4572A12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相位控制水平方向，常数项控制中心线上下移动。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A2187206-DABF-4E83-93E8-3E6A148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36A1F6D7-9732-433F-9E4A-76641235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正弦图像变换本质上是纵坐标变换与自变量替换。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A919CE9-4C48-45AB-87F9-30A1A2F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E94DE818-A2F6-4F92-83A4-ACBDECA3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3B02E4AA-58D4-489E-9A60-BCB806AA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0497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0d074e05d478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7DDACBCF-4166-4146-8F7E-E89A4D21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889274F1-ACC6-487B-B35A-32EFC8A4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A7590CED-0372-478E-9DFD-D0E8A599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9259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F2707A06-16D9-42E8-BD28-7E48D9D2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4A29A818-6B14-471A-816B-93978824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7E0079E9-AE83-4ADC-B8F2-BC5B5B71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8A618C4E-1DF9-49D0-BC9F-3CBA4D5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D02EA4CC-2164-4B30-9FCD-959986B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D28FDCD6-5BB3-4C0F-96F5-36A2AC04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先识别振幅与中心线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6F364F30-6C70-4509-940B-7C787594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D0C12773-82F7-444A-B405-953611B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F08B971A-2704-4DFC-B35F-E2FE7B7D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7BA4A73F-2D5B-48B5-B0FF-F7A73DD3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从整体角提取角频率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4301EAAF-43DE-421F-86E1-0C318C74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C1228786-F021-4857-9E80-E3AF72A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EA0A96B7-E48B-45C6-BAA3-FC76DE1E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4F7328D4-CB44-42B7-81C5-315466E5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计算周期与水平平移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8F57D3A1-8927-44C8-BD09-C5D6530B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C039F961-59D0-4560-ADCF-37D73E6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AF0301AB-6B42-4713-9A03-02DB42FD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B3F4E7B7-BF33-4201-AF78-9EC8EA3E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用五个关键点检查图像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858FEF8F-48C1-4407-9873-E9F9CD7A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0E3A2E7B-096F-495B-AC8B-DECF891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43EA48F-84DC-41D1-8E6D-D041BAE1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A1AB5817-8F3C-4464-AEC9-111E315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659CBA2-C049-4A72-9983-558905CF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61892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F56B4F6C-D5D3-4839-B009-9C78FE69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E732C75D-3E9A-469E-808F-959B120B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8B5F4164-55CE-41E3-B282-07F90199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850DD6ED-7663-4424-9FC0-6E3511A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A92557A5-CF8A-4A72-B21E-F766483F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19ADDE52-BDE1-4DEF-AF79-4EB5959F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横向缩放方向写反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C41B98B6-0A6C-4B60-A49D-7E23494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角频率增大意味着周期减小。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4BDCC574-5ADF-4079-AF79-AB5EFBB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C41EF27A-0182-4856-80AB-BFE890F9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E1934D1B-AFFA-47BB-BCB5-4E88A0CE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平移量只看相位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3E584DE8-E286-4B89-834E-278ED8C3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还必须除以角频率。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F01151FE-8461-4898-AB98-9DD694AF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81B42238-56C0-4DE4-A735-85962E4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3F4B03D3-A8CB-42EC-B953-4502E202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五点法凭形状猜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D3A48826-FD85-40CA-A381-ECD94985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应先让整体角取关键值。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1F6A0B6A-CA04-4EA2-9760-9DC8D361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A020252E-ED85-43F2-BD47-E8F76FF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F31D24F9-BD3B-4050-86C9-B3AE39D0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980C07C2-9C9C-4C9C-BD72-37CF89F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A45CC229-DF97-459F-81FE-549C4EE4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98894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DD74333B-DC73-4B78-AA3E-29FF3AD1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69B1ECBA-9FE1-467A-A681-2ED5484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CE228430-D5A4-4554-A92F-33D9EF0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989E313B-18FA-4F69-B538-80B69D79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摩天轮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FA8F4852-9596-4A9A-B1ED-FAC09F31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544B3237-C4AB-41E1-9D9B-27E4B4A1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半径、中心高度与转动周期分别对应模型参数。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DBEBFCCC-8353-489D-858F-327663CD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振动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7D3CACD5-567F-4939-A2AA-B9F9FC09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4325AE0E-3E52-467A-9AA7-608BD5A4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简谐运动在时间轴上留下正弦波形。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C4DD0AFE-FFF6-45AE-AB50-4AB49DB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信号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4A0AB6E3-944C-4FB9-8904-03ADAF5A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09226F38-C125-4535-B676-E5FF574F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交流电与声音中的周期可由波形参数描述。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6E89BB92-52A5-418F-A4EF-4D1AA03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E58ADA80-2FD8-415F-B3F4-992B2CA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56AA9385-5441-41BF-B3C3-3B74BC3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1AB1365E-65DD-41FB-A204-7A949F8E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E9AC0C02-240F-4ACD-B1F6-369E22F4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0634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A5AE4642-7741-4DB1-A9A7-35CE8A7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2CDECAD5-0378-4348-982F-F30B5C6C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175E5909-17E8-4A17-AD95-C3C86A1B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07D0D476-7757-4AEC-BFC4-243FE9E5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342F0C6E-E1BD-4F36-BD7E-AB2EE30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07991083-2383-4D18-81F9-8B17ABD6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0EEB7077-620B-44A8-8820-03814230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给出振幅与周期，说明如何确定正弦模型中的两个核心参数。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2F2110D5-ABD1-4A05-9787-513E534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241AEA7C-74B9-4329-8DD6-558CEF4A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2A51C5CC-A357-48BB-A596-ED9D8A4D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描述正弦曲线向右平移并上移后，图像的关键点如何变化。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1BD1B425-1E03-440E-B001-FBF31F4D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DDF243D3-E2C3-4407-9829-C9241FEF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BA5F58F5-2198-48FA-9FF6-B043AF04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783AD210-5BC5-4AA2-899F-23181BB9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AF832387-B03F-4B56-AE33-CC2962D5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524878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02C253CB-F864-44C3-AA40-6BBF17D6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F219A290-BC06-4D2A-BEFF-B9CA8883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4C9B37F8-84A0-483B-B912-A6D5FC5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3B4AB92D-219F-4893-8830-EB14BE2D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4328C621-CEED-48BF-8253-4D1E809D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振幅控制纵向尺度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5970F6F1-9F10-4A2E-8EE2-9A4CDA59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E37B632C-1E09-4036-A520-1B203B44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7C8C4E78-4CCB-468B-827D-7C6FABF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角频率控制横向周期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A13DE4B0-C87B-4806-B571-DEE402BF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32DEE61F-D2E4-4781-9E32-B0AC17C3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42D53B19-4280-4E09-BCD4-A9E01F92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相位与常数项决定位置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F5A4B6AA-730B-463A-9009-5B77C8B0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7CF523A8-09BE-4EF5-8D04-A6F2D95F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离堂检验：用自己的话解释“正弦图像变换本质上是纵坐标变换与自变量替换。”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CEE99736-4A72-490A-873A-4FE3A2C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DF3B7838-71E8-4AC3-8469-7150C926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三角函数图像与变换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81B0E36A-3FD7-4459-9E8A-96A05EF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0008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2026-07-22T03:48:51.9110000Z</dcterms:created>
  <dcterms:modified xsi:type="dcterms:W3CDTF">2026-07-22T03:48:51.9110000Z</dcterms:modified>
</coreProperties>
</file>